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1" d="100"/>
          <a:sy n="111" d="100"/>
        </p:scale>
        <p:origin x="101" y="22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be 2">
            <a:extLst>
              <a:ext uri="{FF2B5EF4-FFF2-40B4-BE49-F238E27FC236}">
                <a16:creationId xmlns:a16="http://schemas.microsoft.com/office/drawing/2014/main" id="{0E0690EA-4D05-DADD-EC69-7AAE31BAF9AB}"/>
              </a:ext>
            </a:extLst>
          </p:cNvPr>
          <p:cNvSpPr/>
          <p:nvPr/>
        </p:nvSpPr>
        <p:spPr>
          <a:xfrm>
            <a:off x="653732" y="1844299"/>
            <a:ext cx="1188720" cy="914400"/>
          </a:xfrm>
          <a:prstGeom prst="cube">
            <a:avLst/>
          </a:prstGeom>
          <a:solidFill>
            <a:srgbClr val="C6E0B4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00000"/>
                </a:solidFill>
                <a:latin typeface="Times New Roman"/>
              </a:rPr>
              <a:t>Input</a:t>
            </a:r>
          </a:p>
        </p:txBody>
      </p:sp>
      <p:sp>
        <p:nvSpPr>
          <p:cNvPr id="4" name="Cube 3">
            <a:extLst>
              <a:ext uri="{FF2B5EF4-FFF2-40B4-BE49-F238E27FC236}">
                <a16:creationId xmlns:a16="http://schemas.microsoft.com/office/drawing/2014/main" id="{558A273C-81EF-AE63-9059-98B0F9389D43}"/>
              </a:ext>
            </a:extLst>
          </p:cNvPr>
          <p:cNvSpPr/>
          <p:nvPr/>
        </p:nvSpPr>
        <p:spPr>
          <a:xfrm>
            <a:off x="2317940" y="1844299"/>
            <a:ext cx="1188720" cy="914400"/>
          </a:xfrm>
          <a:prstGeom prst="cube">
            <a:avLst/>
          </a:prstGeom>
          <a:solidFill>
            <a:srgbClr val="BDD7EE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00000"/>
                </a:solidFill>
                <a:latin typeface="Times New Roman"/>
              </a:rPr>
              <a:t>Conv1</a:t>
            </a:r>
          </a:p>
        </p:txBody>
      </p:sp>
      <p:sp>
        <p:nvSpPr>
          <p:cNvPr id="5" name="Cube 4">
            <a:extLst>
              <a:ext uri="{FF2B5EF4-FFF2-40B4-BE49-F238E27FC236}">
                <a16:creationId xmlns:a16="http://schemas.microsoft.com/office/drawing/2014/main" id="{4B0DF98E-740E-F334-5766-C236DB35E292}"/>
              </a:ext>
            </a:extLst>
          </p:cNvPr>
          <p:cNvSpPr/>
          <p:nvPr/>
        </p:nvSpPr>
        <p:spPr>
          <a:xfrm>
            <a:off x="3982148" y="1844299"/>
            <a:ext cx="1188720" cy="914400"/>
          </a:xfrm>
          <a:prstGeom prst="cube">
            <a:avLst/>
          </a:prstGeom>
          <a:solidFill>
            <a:srgbClr val="BDD7EE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00000"/>
                </a:solidFill>
                <a:latin typeface="Times New Roman"/>
              </a:rPr>
              <a:t>Conv2</a:t>
            </a:r>
          </a:p>
        </p:txBody>
      </p:sp>
      <p:sp>
        <p:nvSpPr>
          <p:cNvPr id="6" name="Cube 5">
            <a:extLst>
              <a:ext uri="{FF2B5EF4-FFF2-40B4-BE49-F238E27FC236}">
                <a16:creationId xmlns:a16="http://schemas.microsoft.com/office/drawing/2014/main" id="{1095AF44-77C2-C68E-05C7-674B6DBDC74E}"/>
              </a:ext>
            </a:extLst>
          </p:cNvPr>
          <p:cNvSpPr/>
          <p:nvPr/>
        </p:nvSpPr>
        <p:spPr>
          <a:xfrm>
            <a:off x="5646356" y="1844299"/>
            <a:ext cx="1188720" cy="914400"/>
          </a:xfrm>
          <a:prstGeom prst="cube">
            <a:avLst/>
          </a:prstGeom>
          <a:solidFill>
            <a:srgbClr val="D9D9D9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00000"/>
                </a:solidFill>
                <a:latin typeface="Times New Roman"/>
              </a:rPr>
              <a:t>MaxPool</a:t>
            </a:r>
          </a:p>
        </p:txBody>
      </p:sp>
      <p:sp>
        <p:nvSpPr>
          <p:cNvPr id="7" name="Cube 6">
            <a:extLst>
              <a:ext uri="{FF2B5EF4-FFF2-40B4-BE49-F238E27FC236}">
                <a16:creationId xmlns:a16="http://schemas.microsoft.com/office/drawing/2014/main" id="{942C3B8F-4FA5-43CD-F4B6-BEBB9724AC60}"/>
              </a:ext>
            </a:extLst>
          </p:cNvPr>
          <p:cNvSpPr/>
          <p:nvPr/>
        </p:nvSpPr>
        <p:spPr>
          <a:xfrm>
            <a:off x="7310564" y="1844299"/>
            <a:ext cx="1188720" cy="914400"/>
          </a:xfrm>
          <a:prstGeom prst="cube">
            <a:avLst/>
          </a:prstGeom>
          <a:solidFill>
            <a:srgbClr val="BDD7EE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00000"/>
                </a:solidFill>
                <a:latin typeface="Times New Roman"/>
              </a:rPr>
              <a:t>Conv3</a:t>
            </a:r>
          </a:p>
        </p:txBody>
      </p:sp>
      <p:sp>
        <p:nvSpPr>
          <p:cNvPr id="8" name="Cube 7">
            <a:extLst>
              <a:ext uri="{FF2B5EF4-FFF2-40B4-BE49-F238E27FC236}">
                <a16:creationId xmlns:a16="http://schemas.microsoft.com/office/drawing/2014/main" id="{C58799C6-CFEE-C0CB-8D6D-1569BD321B0A}"/>
              </a:ext>
            </a:extLst>
          </p:cNvPr>
          <p:cNvSpPr/>
          <p:nvPr/>
        </p:nvSpPr>
        <p:spPr>
          <a:xfrm>
            <a:off x="8974771" y="1844299"/>
            <a:ext cx="1188720" cy="914400"/>
          </a:xfrm>
          <a:prstGeom prst="cube">
            <a:avLst/>
          </a:prstGeom>
          <a:solidFill>
            <a:srgbClr val="BDD7EE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00000"/>
                </a:solidFill>
                <a:latin typeface="Times New Roman"/>
              </a:rPr>
              <a:t>Conv4</a:t>
            </a:r>
          </a:p>
        </p:txBody>
      </p:sp>
      <p:sp>
        <p:nvSpPr>
          <p:cNvPr id="9" name="Cube 8">
            <a:extLst>
              <a:ext uri="{FF2B5EF4-FFF2-40B4-BE49-F238E27FC236}">
                <a16:creationId xmlns:a16="http://schemas.microsoft.com/office/drawing/2014/main" id="{3429D216-6925-5DE0-1978-01024FDFAFF2}"/>
              </a:ext>
            </a:extLst>
          </p:cNvPr>
          <p:cNvSpPr/>
          <p:nvPr/>
        </p:nvSpPr>
        <p:spPr>
          <a:xfrm>
            <a:off x="10638980" y="1844299"/>
            <a:ext cx="1188720" cy="914400"/>
          </a:xfrm>
          <a:prstGeom prst="cube">
            <a:avLst/>
          </a:prstGeom>
          <a:solidFill>
            <a:srgbClr val="D9D9D9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00000"/>
                </a:solidFill>
                <a:latin typeface="Times New Roman"/>
              </a:rPr>
              <a:t>MaxPool</a:t>
            </a:r>
          </a:p>
        </p:txBody>
      </p:sp>
      <p:cxnSp>
        <p:nvCxnSpPr>
          <p:cNvPr id="10" name="Connector 9">
            <a:extLst>
              <a:ext uri="{FF2B5EF4-FFF2-40B4-BE49-F238E27FC236}">
                <a16:creationId xmlns:a16="http://schemas.microsoft.com/office/drawing/2014/main" id="{5B5BCB98-F07B-2007-258C-56B92FBB6542}"/>
              </a:ext>
            </a:extLst>
          </p:cNvPr>
          <p:cNvCxnSpPr/>
          <p:nvPr/>
        </p:nvCxnSpPr>
        <p:spPr>
          <a:xfrm>
            <a:off x="1842452" y="2301499"/>
            <a:ext cx="475488" cy="0"/>
          </a:xfrm>
          <a:prstGeom prst="line">
            <a:avLst/>
          </a:prstGeom>
          <a:ln w="19050">
            <a:solidFill>
              <a:srgbClr val="8080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>
            <a:extLst>
              <a:ext uri="{FF2B5EF4-FFF2-40B4-BE49-F238E27FC236}">
                <a16:creationId xmlns:a16="http://schemas.microsoft.com/office/drawing/2014/main" id="{945F7135-DBBB-B431-B8A8-E0237E0C6450}"/>
              </a:ext>
            </a:extLst>
          </p:cNvPr>
          <p:cNvCxnSpPr/>
          <p:nvPr/>
        </p:nvCxnSpPr>
        <p:spPr>
          <a:xfrm>
            <a:off x="3506660" y="2301499"/>
            <a:ext cx="475488" cy="0"/>
          </a:xfrm>
          <a:prstGeom prst="line">
            <a:avLst/>
          </a:prstGeom>
          <a:ln w="19050">
            <a:solidFill>
              <a:srgbClr val="8080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>
            <a:extLst>
              <a:ext uri="{FF2B5EF4-FFF2-40B4-BE49-F238E27FC236}">
                <a16:creationId xmlns:a16="http://schemas.microsoft.com/office/drawing/2014/main" id="{BA3FCD25-E3B1-F590-F777-292F2C858186}"/>
              </a:ext>
            </a:extLst>
          </p:cNvPr>
          <p:cNvCxnSpPr/>
          <p:nvPr/>
        </p:nvCxnSpPr>
        <p:spPr>
          <a:xfrm>
            <a:off x="5170868" y="2301499"/>
            <a:ext cx="475488" cy="0"/>
          </a:xfrm>
          <a:prstGeom prst="line">
            <a:avLst/>
          </a:prstGeom>
          <a:ln w="19050">
            <a:solidFill>
              <a:srgbClr val="8080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>
            <a:extLst>
              <a:ext uri="{FF2B5EF4-FFF2-40B4-BE49-F238E27FC236}">
                <a16:creationId xmlns:a16="http://schemas.microsoft.com/office/drawing/2014/main" id="{3D5576D9-6D67-4FD5-8678-717B76F32FF3}"/>
              </a:ext>
            </a:extLst>
          </p:cNvPr>
          <p:cNvCxnSpPr/>
          <p:nvPr/>
        </p:nvCxnSpPr>
        <p:spPr>
          <a:xfrm>
            <a:off x="6835076" y="2301499"/>
            <a:ext cx="475488" cy="0"/>
          </a:xfrm>
          <a:prstGeom prst="line">
            <a:avLst/>
          </a:prstGeom>
          <a:ln w="19050">
            <a:solidFill>
              <a:srgbClr val="8080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>
            <a:extLst>
              <a:ext uri="{FF2B5EF4-FFF2-40B4-BE49-F238E27FC236}">
                <a16:creationId xmlns:a16="http://schemas.microsoft.com/office/drawing/2014/main" id="{DDEB37BC-D7C4-0D0C-F4F7-79D4C8206ACD}"/>
              </a:ext>
            </a:extLst>
          </p:cNvPr>
          <p:cNvCxnSpPr/>
          <p:nvPr/>
        </p:nvCxnSpPr>
        <p:spPr>
          <a:xfrm>
            <a:off x="8499284" y="2301499"/>
            <a:ext cx="475487" cy="0"/>
          </a:xfrm>
          <a:prstGeom prst="line">
            <a:avLst/>
          </a:prstGeom>
          <a:ln w="19050">
            <a:solidFill>
              <a:srgbClr val="8080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>
            <a:extLst>
              <a:ext uri="{FF2B5EF4-FFF2-40B4-BE49-F238E27FC236}">
                <a16:creationId xmlns:a16="http://schemas.microsoft.com/office/drawing/2014/main" id="{73C0A0BE-683D-0167-C1DC-B60836E6654A}"/>
              </a:ext>
            </a:extLst>
          </p:cNvPr>
          <p:cNvCxnSpPr/>
          <p:nvPr/>
        </p:nvCxnSpPr>
        <p:spPr>
          <a:xfrm>
            <a:off x="10163492" y="2301499"/>
            <a:ext cx="475488" cy="0"/>
          </a:xfrm>
          <a:prstGeom prst="line">
            <a:avLst/>
          </a:prstGeom>
          <a:ln w="19050">
            <a:solidFill>
              <a:srgbClr val="8080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>
            <a:extLst>
              <a:ext uri="{FF2B5EF4-FFF2-40B4-BE49-F238E27FC236}">
                <a16:creationId xmlns:a16="http://schemas.microsoft.com/office/drawing/2014/main" id="{7A6F89DC-3DFB-21AC-3026-AA4BB7C74834}"/>
              </a:ext>
            </a:extLst>
          </p:cNvPr>
          <p:cNvCxnSpPr/>
          <p:nvPr/>
        </p:nvCxnSpPr>
        <p:spPr>
          <a:xfrm flipV="1">
            <a:off x="3799268" y="929899"/>
            <a:ext cx="0" cy="1371600"/>
          </a:xfrm>
          <a:prstGeom prst="line">
            <a:avLst/>
          </a:prstGeom>
          <a:ln w="17780">
            <a:solidFill>
              <a:srgbClr val="2E5C9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>
            <a:extLst>
              <a:ext uri="{FF2B5EF4-FFF2-40B4-BE49-F238E27FC236}">
                <a16:creationId xmlns:a16="http://schemas.microsoft.com/office/drawing/2014/main" id="{68BB55B8-1A4B-BDC7-6EAC-3939E730A4D4}"/>
              </a:ext>
            </a:extLst>
          </p:cNvPr>
          <p:cNvCxnSpPr>
            <a:cxnSpLocks/>
          </p:cNvCxnSpPr>
          <p:nvPr/>
        </p:nvCxnSpPr>
        <p:spPr>
          <a:xfrm>
            <a:off x="3799268" y="929899"/>
            <a:ext cx="210312" cy="0"/>
          </a:xfrm>
          <a:prstGeom prst="line">
            <a:avLst/>
          </a:prstGeom>
          <a:ln w="17780">
            <a:solidFill>
              <a:srgbClr val="2E5C9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>
            <a:extLst>
              <a:ext uri="{FF2B5EF4-FFF2-40B4-BE49-F238E27FC236}">
                <a16:creationId xmlns:a16="http://schemas.microsoft.com/office/drawing/2014/main" id="{E17EFD06-4343-3C71-5043-ADCD6313ECA1}"/>
              </a:ext>
            </a:extLst>
          </p:cNvPr>
          <p:cNvCxnSpPr/>
          <p:nvPr/>
        </p:nvCxnSpPr>
        <p:spPr>
          <a:xfrm>
            <a:off x="5143436" y="929899"/>
            <a:ext cx="109728" cy="0"/>
          </a:xfrm>
          <a:prstGeom prst="line">
            <a:avLst/>
          </a:prstGeom>
          <a:ln w="17780">
            <a:solidFill>
              <a:srgbClr val="2E5C9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>
            <a:extLst>
              <a:ext uri="{FF2B5EF4-FFF2-40B4-BE49-F238E27FC236}">
                <a16:creationId xmlns:a16="http://schemas.microsoft.com/office/drawing/2014/main" id="{264D286B-F8A9-45C2-489F-5C513DE0D6CA}"/>
              </a:ext>
            </a:extLst>
          </p:cNvPr>
          <p:cNvCxnSpPr/>
          <p:nvPr/>
        </p:nvCxnSpPr>
        <p:spPr>
          <a:xfrm>
            <a:off x="5253164" y="929899"/>
            <a:ext cx="0" cy="1371600"/>
          </a:xfrm>
          <a:prstGeom prst="line">
            <a:avLst/>
          </a:prstGeom>
          <a:ln w="17780">
            <a:solidFill>
              <a:srgbClr val="2E5C9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3775669-80E3-228A-A56E-E220749936F0}"/>
              </a:ext>
            </a:extLst>
          </p:cNvPr>
          <p:cNvSpPr/>
          <p:nvPr/>
        </p:nvSpPr>
        <p:spPr>
          <a:xfrm rot="5400000">
            <a:off x="4235894" y="449839"/>
            <a:ext cx="475488" cy="594360"/>
          </a:xfrm>
          <a:prstGeom prst="triangle">
            <a:avLst/>
          </a:prstGeom>
          <a:solidFill>
            <a:srgbClr val="FACDAE"/>
          </a:solidFill>
          <a:ln w="1270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890DC372-BC2C-43FB-3257-612B13BF5B91}"/>
              </a:ext>
            </a:extLst>
          </p:cNvPr>
          <p:cNvSpPr/>
          <p:nvPr/>
        </p:nvSpPr>
        <p:spPr>
          <a:xfrm rot="16200000">
            <a:off x="4807394" y="449839"/>
            <a:ext cx="475488" cy="594360"/>
          </a:xfrm>
          <a:prstGeom prst="triangle">
            <a:avLst/>
          </a:prstGeom>
          <a:solidFill>
            <a:srgbClr val="FACDAE"/>
          </a:solidFill>
          <a:ln w="1270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Cube 21">
            <a:extLst>
              <a:ext uri="{FF2B5EF4-FFF2-40B4-BE49-F238E27FC236}">
                <a16:creationId xmlns:a16="http://schemas.microsoft.com/office/drawing/2014/main" id="{6D38D5B4-D488-8740-3FF4-16282375080C}"/>
              </a:ext>
            </a:extLst>
          </p:cNvPr>
          <p:cNvSpPr/>
          <p:nvPr/>
        </p:nvSpPr>
        <p:spPr>
          <a:xfrm>
            <a:off x="4649660" y="591571"/>
            <a:ext cx="219456" cy="310896"/>
          </a:xfrm>
          <a:prstGeom prst="cube">
            <a:avLst/>
          </a:prstGeom>
          <a:solidFill>
            <a:srgbClr val="F2C94C"/>
          </a:solidFill>
          <a:ln w="1270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03C4D437-6B9B-09FF-A8BD-09F37ABB61A0}"/>
              </a:ext>
            </a:extLst>
          </p:cNvPr>
          <p:cNvSpPr/>
          <p:nvPr/>
        </p:nvSpPr>
        <p:spPr>
          <a:xfrm rot="5400000">
            <a:off x="4144454" y="541278"/>
            <a:ext cx="475488" cy="594360"/>
          </a:xfrm>
          <a:prstGeom prst="triangle">
            <a:avLst/>
          </a:prstGeom>
          <a:solidFill>
            <a:srgbClr val="FACDAE"/>
          </a:solidFill>
          <a:ln w="1270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A6A451D8-9775-A3AB-1BB2-8C94E00DA145}"/>
              </a:ext>
            </a:extLst>
          </p:cNvPr>
          <p:cNvSpPr/>
          <p:nvPr/>
        </p:nvSpPr>
        <p:spPr>
          <a:xfrm rot="16200000">
            <a:off x="4715954" y="541278"/>
            <a:ext cx="475488" cy="594360"/>
          </a:xfrm>
          <a:prstGeom prst="triangle">
            <a:avLst/>
          </a:prstGeom>
          <a:solidFill>
            <a:srgbClr val="FACDAE"/>
          </a:solidFill>
          <a:ln w="1270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Cube 24">
            <a:extLst>
              <a:ext uri="{FF2B5EF4-FFF2-40B4-BE49-F238E27FC236}">
                <a16:creationId xmlns:a16="http://schemas.microsoft.com/office/drawing/2014/main" id="{D5B2E69B-E04F-345E-D79E-8083555E21BA}"/>
              </a:ext>
            </a:extLst>
          </p:cNvPr>
          <p:cNvSpPr/>
          <p:nvPr/>
        </p:nvSpPr>
        <p:spPr>
          <a:xfrm>
            <a:off x="4558220" y="683011"/>
            <a:ext cx="219456" cy="310896"/>
          </a:xfrm>
          <a:prstGeom prst="cube">
            <a:avLst/>
          </a:prstGeom>
          <a:solidFill>
            <a:srgbClr val="F2C94C"/>
          </a:solidFill>
          <a:ln w="1270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5DEB4C50-6C48-0EFA-AA50-2D9ACD0CFB32}"/>
              </a:ext>
            </a:extLst>
          </p:cNvPr>
          <p:cNvSpPr/>
          <p:nvPr/>
        </p:nvSpPr>
        <p:spPr>
          <a:xfrm rot="5400000">
            <a:off x="4053014" y="632719"/>
            <a:ext cx="475488" cy="594360"/>
          </a:xfrm>
          <a:prstGeom prst="triangle">
            <a:avLst/>
          </a:prstGeom>
          <a:solidFill>
            <a:srgbClr val="F4B183"/>
          </a:solidFill>
          <a:ln w="1270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Isosceles Triangle 26">
            <a:extLst>
              <a:ext uri="{FF2B5EF4-FFF2-40B4-BE49-F238E27FC236}">
                <a16:creationId xmlns:a16="http://schemas.microsoft.com/office/drawing/2014/main" id="{5E204728-F217-D7EB-464D-8F6BC71957CF}"/>
              </a:ext>
            </a:extLst>
          </p:cNvPr>
          <p:cNvSpPr/>
          <p:nvPr/>
        </p:nvSpPr>
        <p:spPr>
          <a:xfrm rot="16200000">
            <a:off x="4624514" y="632719"/>
            <a:ext cx="475488" cy="594360"/>
          </a:xfrm>
          <a:prstGeom prst="triangle">
            <a:avLst/>
          </a:prstGeom>
          <a:solidFill>
            <a:srgbClr val="F4B183"/>
          </a:solidFill>
          <a:ln w="1270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Cube 27">
            <a:extLst>
              <a:ext uri="{FF2B5EF4-FFF2-40B4-BE49-F238E27FC236}">
                <a16:creationId xmlns:a16="http://schemas.microsoft.com/office/drawing/2014/main" id="{363870B7-CCA9-D895-8983-828BCC3AEACB}"/>
              </a:ext>
            </a:extLst>
          </p:cNvPr>
          <p:cNvSpPr/>
          <p:nvPr/>
        </p:nvSpPr>
        <p:spPr>
          <a:xfrm>
            <a:off x="4466780" y="774450"/>
            <a:ext cx="219456" cy="310896"/>
          </a:xfrm>
          <a:prstGeom prst="cube">
            <a:avLst/>
          </a:prstGeom>
          <a:solidFill>
            <a:srgbClr val="F2C94C"/>
          </a:solidFill>
          <a:ln w="1270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9" name="Connector 30">
            <a:extLst>
              <a:ext uri="{FF2B5EF4-FFF2-40B4-BE49-F238E27FC236}">
                <a16:creationId xmlns:a16="http://schemas.microsoft.com/office/drawing/2014/main" id="{B7840FC9-37F5-D57E-DD8E-77692955F4A6}"/>
              </a:ext>
            </a:extLst>
          </p:cNvPr>
          <p:cNvCxnSpPr/>
          <p:nvPr/>
        </p:nvCxnSpPr>
        <p:spPr>
          <a:xfrm>
            <a:off x="7228268" y="929899"/>
            <a:ext cx="109728" cy="0"/>
          </a:xfrm>
          <a:prstGeom prst="line">
            <a:avLst/>
          </a:prstGeom>
          <a:ln w="17780">
            <a:solidFill>
              <a:srgbClr val="2E5C9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31">
            <a:extLst>
              <a:ext uri="{FF2B5EF4-FFF2-40B4-BE49-F238E27FC236}">
                <a16:creationId xmlns:a16="http://schemas.microsoft.com/office/drawing/2014/main" id="{FAE33E94-7DB1-006D-86B0-66B59658CE23}"/>
              </a:ext>
            </a:extLst>
          </p:cNvPr>
          <p:cNvCxnSpPr/>
          <p:nvPr/>
        </p:nvCxnSpPr>
        <p:spPr>
          <a:xfrm>
            <a:off x="8471852" y="929899"/>
            <a:ext cx="109728" cy="0"/>
          </a:xfrm>
          <a:prstGeom prst="line">
            <a:avLst/>
          </a:prstGeom>
          <a:ln w="17780">
            <a:solidFill>
              <a:srgbClr val="2E5C9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2">
            <a:extLst>
              <a:ext uri="{FF2B5EF4-FFF2-40B4-BE49-F238E27FC236}">
                <a16:creationId xmlns:a16="http://schemas.microsoft.com/office/drawing/2014/main" id="{620F0FE6-564A-8CB1-B527-AD2B764CF8E2}"/>
              </a:ext>
            </a:extLst>
          </p:cNvPr>
          <p:cNvCxnSpPr/>
          <p:nvPr/>
        </p:nvCxnSpPr>
        <p:spPr>
          <a:xfrm>
            <a:off x="8581580" y="929899"/>
            <a:ext cx="0" cy="1371600"/>
          </a:xfrm>
          <a:prstGeom prst="line">
            <a:avLst/>
          </a:prstGeom>
          <a:ln w="17780">
            <a:solidFill>
              <a:srgbClr val="2E5C9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Isosceles Triangle 33">
            <a:extLst>
              <a:ext uri="{FF2B5EF4-FFF2-40B4-BE49-F238E27FC236}">
                <a16:creationId xmlns:a16="http://schemas.microsoft.com/office/drawing/2014/main" id="{53789E5F-CE92-EB8C-129C-D7A72D69AE14}"/>
              </a:ext>
            </a:extLst>
          </p:cNvPr>
          <p:cNvSpPr/>
          <p:nvPr/>
        </p:nvSpPr>
        <p:spPr>
          <a:xfrm rot="5400000">
            <a:off x="7564310" y="449839"/>
            <a:ext cx="475488" cy="594360"/>
          </a:xfrm>
          <a:prstGeom prst="triangle">
            <a:avLst/>
          </a:prstGeom>
          <a:solidFill>
            <a:srgbClr val="FACDAE"/>
          </a:solidFill>
          <a:ln w="1270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Isosceles Triangle 34">
            <a:extLst>
              <a:ext uri="{FF2B5EF4-FFF2-40B4-BE49-F238E27FC236}">
                <a16:creationId xmlns:a16="http://schemas.microsoft.com/office/drawing/2014/main" id="{EF0D908C-AC73-D11F-49AB-6FA2DAD26245}"/>
              </a:ext>
            </a:extLst>
          </p:cNvPr>
          <p:cNvSpPr/>
          <p:nvPr/>
        </p:nvSpPr>
        <p:spPr>
          <a:xfrm rot="16200000">
            <a:off x="8135810" y="449839"/>
            <a:ext cx="475488" cy="594360"/>
          </a:xfrm>
          <a:prstGeom prst="triangle">
            <a:avLst/>
          </a:prstGeom>
          <a:solidFill>
            <a:srgbClr val="FACDAE"/>
          </a:solidFill>
          <a:ln w="1270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Cube 35">
            <a:extLst>
              <a:ext uri="{FF2B5EF4-FFF2-40B4-BE49-F238E27FC236}">
                <a16:creationId xmlns:a16="http://schemas.microsoft.com/office/drawing/2014/main" id="{702C3ADB-D917-A98E-5EE7-A3ED0146BB2A}"/>
              </a:ext>
            </a:extLst>
          </p:cNvPr>
          <p:cNvSpPr/>
          <p:nvPr/>
        </p:nvSpPr>
        <p:spPr>
          <a:xfrm>
            <a:off x="7978076" y="591571"/>
            <a:ext cx="219456" cy="310896"/>
          </a:xfrm>
          <a:prstGeom prst="cube">
            <a:avLst/>
          </a:prstGeom>
          <a:solidFill>
            <a:srgbClr val="F2C94C"/>
          </a:solidFill>
          <a:ln w="1270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Isosceles Triangle 36">
            <a:extLst>
              <a:ext uri="{FF2B5EF4-FFF2-40B4-BE49-F238E27FC236}">
                <a16:creationId xmlns:a16="http://schemas.microsoft.com/office/drawing/2014/main" id="{64C9E277-A9E7-774E-8AAB-D632F5FEB392}"/>
              </a:ext>
            </a:extLst>
          </p:cNvPr>
          <p:cNvSpPr/>
          <p:nvPr/>
        </p:nvSpPr>
        <p:spPr>
          <a:xfrm rot="5400000">
            <a:off x="7472870" y="541278"/>
            <a:ext cx="475488" cy="594360"/>
          </a:xfrm>
          <a:prstGeom prst="triangle">
            <a:avLst/>
          </a:prstGeom>
          <a:solidFill>
            <a:srgbClr val="FACDAE"/>
          </a:solidFill>
          <a:ln w="1270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Isosceles Triangle 37">
            <a:extLst>
              <a:ext uri="{FF2B5EF4-FFF2-40B4-BE49-F238E27FC236}">
                <a16:creationId xmlns:a16="http://schemas.microsoft.com/office/drawing/2014/main" id="{C2F02141-B647-8953-48CE-BDDF1B96BDD1}"/>
              </a:ext>
            </a:extLst>
          </p:cNvPr>
          <p:cNvSpPr/>
          <p:nvPr/>
        </p:nvSpPr>
        <p:spPr>
          <a:xfrm rot="16200000">
            <a:off x="8044370" y="541278"/>
            <a:ext cx="475488" cy="594360"/>
          </a:xfrm>
          <a:prstGeom prst="triangle">
            <a:avLst/>
          </a:prstGeom>
          <a:solidFill>
            <a:srgbClr val="FACDAE"/>
          </a:solidFill>
          <a:ln w="1270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Cube 38">
            <a:extLst>
              <a:ext uri="{FF2B5EF4-FFF2-40B4-BE49-F238E27FC236}">
                <a16:creationId xmlns:a16="http://schemas.microsoft.com/office/drawing/2014/main" id="{E96EC3FA-28B0-C129-77C4-3D6F15B23565}"/>
              </a:ext>
            </a:extLst>
          </p:cNvPr>
          <p:cNvSpPr/>
          <p:nvPr/>
        </p:nvSpPr>
        <p:spPr>
          <a:xfrm>
            <a:off x="7886636" y="683011"/>
            <a:ext cx="219456" cy="310896"/>
          </a:xfrm>
          <a:prstGeom prst="cube">
            <a:avLst/>
          </a:prstGeom>
          <a:solidFill>
            <a:srgbClr val="F2C94C"/>
          </a:solidFill>
          <a:ln w="1270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Isosceles Triangle 39">
            <a:extLst>
              <a:ext uri="{FF2B5EF4-FFF2-40B4-BE49-F238E27FC236}">
                <a16:creationId xmlns:a16="http://schemas.microsoft.com/office/drawing/2014/main" id="{6D8D851B-8966-5DFE-68A5-AFA33041FF4B}"/>
              </a:ext>
            </a:extLst>
          </p:cNvPr>
          <p:cNvSpPr/>
          <p:nvPr/>
        </p:nvSpPr>
        <p:spPr>
          <a:xfrm rot="5400000">
            <a:off x="7381430" y="632719"/>
            <a:ext cx="475488" cy="594360"/>
          </a:xfrm>
          <a:prstGeom prst="triangle">
            <a:avLst/>
          </a:prstGeom>
          <a:solidFill>
            <a:srgbClr val="F4B183"/>
          </a:solidFill>
          <a:ln w="1270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Isosceles Triangle 40">
            <a:extLst>
              <a:ext uri="{FF2B5EF4-FFF2-40B4-BE49-F238E27FC236}">
                <a16:creationId xmlns:a16="http://schemas.microsoft.com/office/drawing/2014/main" id="{BBF209D6-B6DB-F9F5-C98E-94849389D925}"/>
              </a:ext>
            </a:extLst>
          </p:cNvPr>
          <p:cNvSpPr/>
          <p:nvPr/>
        </p:nvSpPr>
        <p:spPr>
          <a:xfrm rot="16200000">
            <a:off x="7952930" y="632719"/>
            <a:ext cx="475488" cy="594360"/>
          </a:xfrm>
          <a:prstGeom prst="triangle">
            <a:avLst/>
          </a:prstGeom>
          <a:solidFill>
            <a:srgbClr val="F4B183"/>
          </a:solidFill>
          <a:ln w="1270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Cube 41">
            <a:extLst>
              <a:ext uri="{FF2B5EF4-FFF2-40B4-BE49-F238E27FC236}">
                <a16:creationId xmlns:a16="http://schemas.microsoft.com/office/drawing/2014/main" id="{F7D101EF-024A-1C95-F2E3-7103E3E2B18C}"/>
              </a:ext>
            </a:extLst>
          </p:cNvPr>
          <p:cNvSpPr/>
          <p:nvPr/>
        </p:nvSpPr>
        <p:spPr>
          <a:xfrm>
            <a:off x="7795196" y="774450"/>
            <a:ext cx="219456" cy="310896"/>
          </a:xfrm>
          <a:prstGeom prst="cube">
            <a:avLst/>
          </a:prstGeom>
          <a:solidFill>
            <a:srgbClr val="F2C94C"/>
          </a:solidFill>
          <a:ln w="1270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3" name="Connector 44">
            <a:extLst>
              <a:ext uri="{FF2B5EF4-FFF2-40B4-BE49-F238E27FC236}">
                <a16:creationId xmlns:a16="http://schemas.microsoft.com/office/drawing/2014/main" id="{35AB1DE8-7D53-5C6D-53E0-B7F76F66512C}"/>
              </a:ext>
            </a:extLst>
          </p:cNvPr>
          <p:cNvCxnSpPr/>
          <p:nvPr/>
        </p:nvCxnSpPr>
        <p:spPr>
          <a:xfrm>
            <a:off x="8892476" y="929899"/>
            <a:ext cx="109728" cy="0"/>
          </a:xfrm>
          <a:prstGeom prst="line">
            <a:avLst/>
          </a:prstGeom>
          <a:ln w="17780">
            <a:solidFill>
              <a:srgbClr val="2E5C9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5">
            <a:extLst>
              <a:ext uri="{FF2B5EF4-FFF2-40B4-BE49-F238E27FC236}">
                <a16:creationId xmlns:a16="http://schemas.microsoft.com/office/drawing/2014/main" id="{F3E8F0F5-AAE5-46E5-C1BF-9111D4C47815}"/>
              </a:ext>
            </a:extLst>
          </p:cNvPr>
          <p:cNvCxnSpPr/>
          <p:nvPr/>
        </p:nvCxnSpPr>
        <p:spPr>
          <a:xfrm>
            <a:off x="10136059" y="929899"/>
            <a:ext cx="109729" cy="0"/>
          </a:xfrm>
          <a:prstGeom prst="line">
            <a:avLst/>
          </a:prstGeom>
          <a:ln w="17780">
            <a:solidFill>
              <a:srgbClr val="2E5C9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6">
            <a:extLst>
              <a:ext uri="{FF2B5EF4-FFF2-40B4-BE49-F238E27FC236}">
                <a16:creationId xmlns:a16="http://schemas.microsoft.com/office/drawing/2014/main" id="{8D7F7A9D-1FF2-5688-CA08-52C36F9388BE}"/>
              </a:ext>
            </a:extLst>
          </p:cNvPr>
          <p:cNvCxnSpPr/>
          <p:nvPr/>
        </p:nvCxnSpPr>
        <p:spPr>
          <a:xfrm>
            <a:off x="10245788" y="929899"/>
            <a:ext cx="0" cy="1371600"/>
          </a:xfrm>
          <a:prstGeom prst="line">
            <a:avLst/>
          </a:prstGeom>
          <a:ln w="17780">
            <a:solidFill>
              <a:srgbClr val="2E5C9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Isosceles Triangle 47">
            <a:extLst>
              <a:ext uri="{FF2B5EF4-FFF2-40B4-BE49-F238E27FC236}">
                <a16:creationId xmlns:a16="http://schemas.microsoft.com/office/drawing/2014/main" id="{4EA7D798-71DC-77B8-CFE3-05DEED4D155A}"/>
              </a:ext>
            </a:extLst>
          </p:cNvPr>
          <p:cNvSpPr/>
          <p:nvPr/>
        </p:nvSpPr>
        <p:spPr>
          <a:xfrm rot="5400000">
            <a:off x="9228517" y="449839"/>
            <a:ext cx="475488" cy="594360"/>
          </a:xfrm>
          <a:prstGeom prst="triangle">
            <a:avLst/>
          </a:prstGeom>
          <a:solidFill>
            <a:srgbClr val="FACDAE"/>
          </a:solidFill>
          <a:ln w="1270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Isosceles Triangle 48">
            <a:extLst>
              <a:ext uri="{FF2B5EF4-FFF2-40B4-BE49-F238E27FC236}">
                <a16:creationId xmlns:a16="http://schemas.microsoft.com/office/drawing/2014/main" id="{968BFA20-073F-B79E-78FC-B6E7EF95F52C}"/>
              </a:ext>
            </a:extLst>
          </p:cNvPr>
          <p:cNvSpPr/>
          <p:nvPr/>
        </p:nvSpPr>
        <p:spPr>
          <a:xfrm rot="16200000">
            <a:off x="9800017" y="449839"/>
            <a:ext cx="475488" cy="594360"/>
          </a:xfrm>
          <a:prstGeom prst="triangle">
            <a:avLst/>
          </a:prstGeom>
          <a:solidFill>
            <a:srgbClr val="FACDAE"/>
          </a:solidFill>
          <a:ln w="1270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Cube 49">
            <a:extLst>
              <a:ext uri="{FF2B5EF4-FFF2-40B4-BE49-F238E27FC236}">
                <a16:creationId xmlns:a16="http://schemas.microsoft.com/office/drawing/2014/main" id="{F06159D7-FF74-EE0E-352C-98B55E50D1F8}"/>
              </a:ext>
            </a:extLst>
          </p:cNvPr>
          <p:cNvSpPr/>
          <p:nvPr/>
        </p:nvSpPr>
        <p:spPr>
          <a:xfrm>
            <a:off x="9642284" y="591571"/>
            <a:ext cx="219456" cy="310896"/>
          </a:xfrm>
          <a:prstGeom prst="cube">
            <a:avLst/>
          </a:prstGeom>
          <a:solidFill>
            <a:srgbClr val="F2C94C"/>
          </a:solidFill>
          <a:ln w="1270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Isosceles Triangle 50">
            <a:extLst>
              <a:ext uri="{FF2B5EF4-FFF2-40B4-BE49-F238E27FC236}">
                <a16:creationId xmlns:a16="http://schemas.microsoft.com/office/drawing/2014/main" id="{F677D89E-13B4-9FA0-F21E-45E163A48028}"/>
              </a:ext>
            </a:extLst>
          </p:cNvPr>
          <p:cNvSpPr/>
          <p:nvPr/>
        </p:nvSpPr>
        <p:spPr>
          <a:xfrm rot="5400000">
            <a:off x="9137078" y="541278"/>
            <a:ext cx="475488" cy="594360"/>
          </a:xfrm>
          <a:prstGeom prst="triangle">
            <a:avLst/>
          </a:prstGeom>
          <a:solidFill>
            <a:srgbClr val="FACDAE"/>
          </a:solidFill>
          <a:ln w="1270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Isosceles Triangle 51">
            <a:extLst>
              <a:ext uri="{FF2B5EF4-FFF2-40B4-BE49-F238E27FC236}">
                <a16:creationId xmlns:a16="http://schemas.microsoft.com/office/drawing/2014/main" id="{1046FF75-F511-0FCF-AF82-29D82797EE3C}"/>
              </a:ext>
            </a:extLst>
          </p:cNvPr>
          <p:cNvSpPr/>
          <p:nvPr/>
        </p:nvSpPr>
        <p:spPr>
          <a:xfrm rot="16200000">
            <a:off x="9708578" y="541278"/>
            <a:ext cx="475488" cy="594360"/>
          </a:xfrm>
          <a:prstGeom prst="triangle">
            <a:avLst/>
          </a:prstGeom>
          <a:solidFill>
            <a:srgbClr val="FACDAE"/>
          </a:solidFill>
          <a:ln w="1270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Cube 52">
            <a:extLst>
              <a:ext uri="{FF2B5EF4-FFF2-40B4-BE49-F238E27FC236}">
                <a16:creationId xmlns:a16="http://schemas.microsoft.com/office/drawing/2014/main" id="{60C14FA6-C5D2-F9E6-58DF-00CB4387FF02}"/>
              </a:ext>
            </a:extLst>
          </p:cNvPr>
          <p:cNvSpPr/>
          <p:nvPr/>
        </p:nvSpPr>
        <p:spPr>
          <a:xfrm>
            <a:off x="9550844" y="683011"/>
            <a:ext cx="219456" cy="310896"/>
          </a:xfrm>
          <a:prstGeom prst="cube">
            <a:avLst/>
          </a:prstGeom>
          <a:solidFill>
            <a:srgbClr val="F2C94C"/>
          </a:solidFill>
          <a:ln w="1270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Isosceles Triangle 53">
            <a:extLst>
              <a:ext uri="{FF2B5EF4-FFF2-40B4-BE49-F238E27FC236}">
                <a16:creationId xmlns:a16="http://schemas.microsoft.com/office/drawing/2014/main" id="{2427CD10-089E-A9ED-7960-098F5A7E3A52}"/>
              </a:ext>
            </a:extLst>
          </p:cNvPr>
          <p:cNvSpPr/>
          <p:nvPr/>
        </p:nvSpPr>
        <p:spPr>
          <a:xfrm rot="5400000">
            <a:off x="9045638" y="632719"/>
            <a:ext cx="475488" cy="594360"/>
          </a:xfrm>
          <a:prstGeom prst="triangle">
            <a:avLst/>
          </a:prstGeom>
          <a:solidFill>
            <a:srgbClr val="F4B183"/>
          </a:solidFill>
          <a:ln w="1270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Isosceles Triangle 54">
            <a:extLst>
              <a:ext uri="{FF2B5EF4-FFF2-40B4-BE49-F238E27FC236}">
                <a16:creationId xmlns:a16="http://schemas.microsoft.com/office/drawing/2014/main" id="{4B7E68E0-FBD0-A694-0AFA-18CB358F474A}"/>
              </a:ext>
            </a:extLst>
          </p:cNvPr>
          <p:cNvSpPr/>
          <p:nvPr/>
        </p:nvSpPr>
        <p:spPr>
          <a:xfrm rot="16200000">
            <a:off x="9617138" y="632719"/>
            <a:ext cx="475488" cy="594360"/>
          </a:xfrm>
          <a:prstGeom prst="triangle">
            <a:avLst/>
          </a:prstGeom>
          <a:solidFill>
            <a:srgbClr val="F4B183"/>
          </a:solidFill>
          <a:ln w="1270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Cube 55">
            <a:extLst>
              <a:ext uri="{FF2B5EF4-FFF2-40B4-BE49-F238E27FC236}">
                <a16:creationId xmlns:a16="http://schemas.microsoft.com/office/drawing/2014/main" id="{7DE32E61-6C0B-426E-015D-A803CD9138A8}"/>
              </a:ext>
            </a:extLst>
          </p:cNvPr>
          <p:cNvSpPr/>
          <p:nvPr/>
        </p:nvSpPr>
        <p:spPr>
          <a:xfrm>
            <a:off x="9459404" y="774450"/>
            <a:ext cx="219456" cy="310896"/>
          </a:xfrm>
          <a:prstGeom prst="cube">
            <a:avLst/>
          </a:prstGeom>
          <a:solidFill>
            <a:srgbClr val="F2C94C"/>
          </a:solidFill>
          <a:ln w="1270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6" name="Connector 57">
            <a:extLst>
              <a:ext uri="{FF2B5EF4-FFF2-40B4-BE49-F238E27FC236}">
                <a16:creationId xmlns:a16="http://schemas.microsoft.com/office/drawing/2014/main" id="{7995D271-FD6C-0D65-D688-29B6B01918A9}"/>
              </a:ext>
            </a:extLst>
          </p:cNvPr>
          <p:cNvCxnSpPr/>
          <p:nvPr/>
        </p:nvCxnSpPr>
        <p:spPr>
          <a:xfrm>
            <a:off x="11233340" y="2758699"/>
            <a:ext cx="0" cy="704088"/>
          </a:xfrm>
          <a:prstGeom prst="line">
            <a:avLst/>
          </a:prstGeom>
          <a:ln w="19050">
            <a:solidFill>
              <a:srgbClr val="8080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8">
            <a:extLst>
              <a:ext uri="{FF2B5EF4-FFF2-40B4-BE49-F238E27FC236}">
                <a16:creationId xmlns:a16="http://schemas.microsoft.com/office/drawing/2014/main" id="{468ED39A-2597-2DEC-78D5-BF1092CF3E67}"/>
              </a:ext>
            </a:extLst>
          </p:cNvPr>
          <p:cNvCxnSpPr/>
          <p:nvPr/>
        </p:nvCxnSpPr>
        <p:spPr>
          <a:xfrm flipH="1">
            <a:off x="361124" y="3462787"/>
            <a:ext cx="10872216" cy="0"/>
          </a:xfrm>
          <a:prstGeom prst="line">
            <a:avLst/>
          </a:prstGeom>
          <a:ln w="19050">
            <a:solidFill>
              <a:srgbClr val="8080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9">
            <a:extLst>
              <a:ext uri="{FF2B5EF4-FFF2-40B4-BE49-F238E27FC236}">
                <a16:creationId xmlns:a16="http://schemas.microsoft.com/office/drawing/2014/main" id="{2CE5A007-EAFE-5FBD-5E72-DBD40E4082EB}"/>
              </a:ext>
            </a:extLst>
          </p:cNvPr>
          <p:cNvCxnSpPr/>
          <p:nvPr/>
        </p:nvCxnSpPr>
        <p:spPr>
          <a:xfrm>
            <a:off x="361124" y="3462787"/>
            <a:ext cx="0" cy="1426464"/>
          </a:xfrm>
          <a:prstGeom prst="line">
            <a:avLst/>
          </a:prstGeom>
          <a:ln w="19050">
            <a:solidFill>
              <a:srgbClr val="8080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60">
            <a:extLst>
              <a:ext uri="{FF2B5EF4-FFF2-40B4-BE49-F238E27FC236}">
                <a16:creationId xmlns:a16="http://schemas.microsoft.com/office/drawing/2014/main" id="{38D1DB3C-A4A0-3CC6-6FCC-F8AE9E825E45}"/>
              </a:ext>
            </a:extLst>
          </p:cNvPr>
          <p:cNvCxnSpPr/>
          <p:nvPr/>
        </p:nvCxnSpPr>
        <p:spPr>
          <a:xfrm>
            <a:off x="361124" y="4889251"/>
            <a:ext cx="292608" cy="0"/>
          </a:xfrm>
          <a:prstGeom prst="line">
            <a:avLst/>
          </a:prstGeom>
          <a:ln w="19050">
            <a:solidFill>
              <a:srgbClr val="8080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Cube 61">
            <a:extLst>
              <a:ext uri="{FF2B5EF4-FFF2-40B4-BE49-F238E27FC236}">
                <a16:creationId xmlns:a16="http://schemas.microsoft.com/office/drawing/2014/main" id="{6505279A-DFAB-7C80-CDA0-E81389479280}"/>
              </a:ext>
            </a:extLst>
          </p:cNvPr>
          <p:cNvSpPr/>
          <p:nvPr/>
        </p:nvSpPr>
        <p:spPr>
          <a:xfrm>
            <a:off x="642302" y="4349755"/>
            <a:ext cx="1188720" cy="914400"/>
          </a:xfrm>
          <a:prstGeom prst="cube">
            <a:avLst/>
          </a:prstGeom>
          <a:solidFill>
            <a:srgbClr val="BDD7EE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00000"/>
                </a:solidFill>
                <a:latin typeface="Times New Roman"/>
              </a:rPr>
              <a:t>Conv5</a:t>
            </a:r>
          </a:p>
        </p:txBody>
      </p:sp>
      <p:sp>
        <p:nvSpPr>
          <p:cNvPr id="61" name="Cube 62">
            <a:extLst>
              <a:ext uri="{FF2B5EF4-FFF2-40B4-BE49-F238E27FC236}">
                <a16:creationId xmlns:a16="http://schemas.microsoft.com/office/drawing/2014/main" id="{DA0C1A6B-36A7-1FAD-87C5-7783508F86CC}"/>
              </a:ext>
            </a:extLst>
          </p:cNvPr>
          <p:cNvSpPr/>
          <p:nvPr/>
        </p:nvSpPr>
        <p:spPr>
          <a:xfrm>
            <a:off x="2317940" y="4349755"/>
            <a:ext cx="1188720" cy="914400"/>
          </a:xfrm>
          <a:prstGeom prst="cube">
            <a:avLst/>
          </a:prstGeom>
          <a:solidFill>
            <a:srgbClr val="BDD7EE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00000"/>
                </a:solidFill>
                <a:latin typeface="Times New Roman"/>
              </a:rPr>
              <a:t>Conv6</a:t>
            </a:r>
          </a:p>
        </p:txBody>
      </p:sp>
      <p:sp>
        <p:nvSpPr>
          <p:cNvPr id="62" name="Cube 63">
            <a:extLst>
              <a:ext uri="{FF2B5EF4-FFF2-40B4-BE49-F238E27FC236}">
                <a16:creationId xmlns:a16="http://schemas.microsoft.com/office/drawing/2014/main" id="{15FCC964-007D-DEBD-B567-9AB763202CFB}"/>
              </a:ext>
            </a:extLst>
          </p:cNvPr>
          <p:cNvSpPr/>
          <p:nvPr/>
        </p:nvSpPr>
        <p:spPr>
          <a:xfrm>
            <a:off x="3953753" y="4349755"/>
            <a:ext cx="1188720" cy="914400"/>
          </a:xfrm>
          <a:prstGeom prst="cube">
            <a:avLst/>
          </a:prstGeom>
          <a:solidFill>
            <a:srgbClr val="BDD7EE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00000"/>
                </a:solidFill>
                <a:latin typeface="Times New Roman"/>
              </a:rPr>
              <a:t>FC1</a:t>
            </a:r>
          </a:p>
        </p:txBody>
      </p:sp>
      <p:sp>
        <p:nvSpPr>
          <p:cNvPr id="63" name="Cube 64">
            <a:extLst>
              <a:ext uri="{FF2B5EF4-FFF2-40B4-BE49-F238E27FC236}">
                <a16:creationId xmlns:a16="http://schemas.microsoft.com/office/drawing/2014/main" id="{7ADA9949-4EDC-0FED-4B71-1C6C0FF88D60}"/>
              </a:ext>
            </a:extLst>
          </p:cNvPr>
          <p:cNvSpPr/>
          <p:nvPr/>
        </p:nvSpPr>
        <p:spPr>
          <a:xfrm>
            <a:off x="5632158" y="4349755"/>
            <a:ext cx="1188720" cy="914400"/>
          </a:xfrm>
          <a:prstGeom prst="cube">
            <a:avLst/>
          </a:prstGeom>
          <a:solidFill>
            <a:srgbClr val="BDD7EE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00000"/>
                </a:solidFill>
                <a:latin typeface="Times New Roman"/>
              </a:rPr>
              <a:t>FC2</a:t>
            </a:r>
          </a:p>
        </p:txBody>
      </p:sp>
      <p:sp>
        <p:nvSpPr>
          <p:cNvPr id="64" name="Cube 65">
            <a:extLst>
              <a:ext uri="{FF2B5EF4-FFF2-40B4-BE49-F238E27FC236}">
                <a16:creationId xmlns:a16="http://schemas.microsoft.com/office/drawing/2014/main" id="{DD27DE91-66A9-B71E-50ED-271E7D9C672B}"/>
              </a:ext>
            </a:extLst>
          </p:cNvPr>
          <p:cNvSpPr/>
          <p:nvPr/>
        </p:nvSpPr>
        <p:spPr>
          <a:xfrm>
            <a:off x="7299134" y="4349755"/>
            <a:ext cx="1188720" cy="914400"/>
          </a:xfrm>
          <a:prstGeom prst="cube">
            <a:avLst/>
          </a:prstGeom>
          <a:solidFill>
            <a:srgbClr val="BDD7EE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00000"/>
                </a:solidFill>
                <a:latin typeface="Times New Roman"/>
              </a:rPr>
              <a:t>LS</a:t>
            </a:r>
          </a:p>
        </p:txBody>
      </p:sp>
      <p:sp>
        <p:nvSpPr>
          <p:cNvPr id="65" name="Cube 66">
            <a:extLst>
              <a:ext uri="{FF2B5EF4-FFF2-40B4-BE49-F238E27FC236}">
                <a16:creationId xmlns:a16="http://schemas.microsoft.com/office/drawing/2014/main" id="{683E33EA-F469-5E9D-CD81-97DC309093BB}"/>
              </a:ext>
            </a:extLst>
          </p:cNvPr>
          <p:cNvSpPr/>
          <p:nvPr/>
        </p:nvSpPr>
        <p:spPr>
          <a:xfrm>
            <a:off x="8974771" y="4349755"/>
            <a:ext cx="1188720" cy="914400"/>
          </a:xfrm>
          <a:prstGeom prst="cube">
            <a:avLst/>
          </a:prstGeom>
          <a:solidFill>
            <a:srgbClr val="C6E0B4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00000"/>
                </a:solidFill>
                <a:latin typeface="Times New Roman"/>
              </a:rPr>
              <a:t>Output</a:t>
            </a:r>
          </a:p>
        </p:txBody>
      </p:sp>
      <p:cxnSp>
        <p:nvCxnSpPr>
          <p:cNvPr id="66" name="Connector 67">
            <a:extLst>
              <a:ext uri="{FF2B5EF4-FFF2-40B4-BE49-F238E27FC236}">
                <a16:creationId xmlns:a16="http://schemas.microsoft.com/office/drawing/2014/main" id="{BF7E9B4A-B3AB-FAD9-D1F9-676C85E92F4F}"/>
              </a:ext>
            </a:extLst>
          </p:cNvPr>
          <p:cNvCxnSpPr/>
          <p:nvPr/>
        </p:nvCxnSpPr>
        <p:spPr>
          <a:xfrm>
            <a:off x="1842452" y="4889251"/>
            <a:ext cx="475488" cy="0"/>
          </a:xfrm>
          <a:prstGeom prst="line">
            <a:avLst/>
          </a:prstGeom>
          <a:ln w="19050">
            <a:solidFill>
              <a:srgbClr val="8080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8">
            <a:extLst>
              <a:ext uri="{FF2B5EF4-FFF2-40B4-BE49-F238E27FC236}">
                <a16:creationId xmlns:a16="http://schemas.microsoft.com/office/drawing/2014/main" id="{0BB42945-EFA4-090B-4458-48A021A356F9}"/>
              </a:ext>
            </a:extLst>
          </p:cNvPr>
          <p:cNvCxnSpPr/>
          <p:nvPr/>
        </p:nvCxnSpPr>
        <p:spPr>
          <a:xfrm>
            <a:off x="3506660" y="4889251"/>
            <a:ext cx="475488" cy="0"/>
          </a:xfrm>
          <a:prstGeom prst="line">
            <a:avLst/>
          </a:prstGeom>
          <a:ln w="19050">
            <a:solidFill>
              <a:srgbClr val="8080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9">
            <a:extLst>
              <a:ext uri="{FF2B5EF4-FFF2-40B4-BE49-F238E27FC236}">
                <a16:creationId xmlns:a16="http://schemas.microsoft.com/office/drawing/2014/main" id="{1EB26E48-757C-23BD-A6A1-BD071EE12D4C}"/>
              </a:ext>
            </a:extLst>
          </p:cNvPr>
          <p:cNvCxnSpPr/>
          <p:nvPr/>
        </p:nvCxnSpPr>
        <p:spPr>
          <a:xfrm>
            <a:off x="5170868" y="4889251"/>
            <a:ext cx="475488" cy="0"/>
          </a:xfrm>
          <a:prstGeom prst="line">
            <a:avLst/>
          </a:prstGeom>
          <a:ln w="19050">
            <a:solidFill>
              <a:srgbClr val="8080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70">
            <a:extLst>
              <a:ext uri="{FF2B5EF4-FFF2-40B4-BE49-F238E27FC236}">
                <a16:creationId xmlns:a16="http://schemas.microsoft.com/office/drawing/2014/main" id="{A381E82B-7132-4261-8EB3-A7129AED6384}"/>
              </a:ext>
            </a:extLst>
          </p:cNvPr>
          <p:cNvCxnSpPr/>
          <p:nvPr/>
        </p:nvCxnSpPr>
        <p:spPr>
          <a:xfrm>
            <a:off x="6835076" y="4889251"/>
            <a:ext cx="475488" cy="0"/>
          </a:xfrm>
          <a:prstGeom prst="line">
            <a:avLst/>
          </a:prstGeom>
          <a:ln w="19050">
            <a:solidFill>
              <a:srgbClr val="8080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71">
            <a:extLst>
              <a:ext uri="{FF2B5EF4-FFF2-40B4-BE49-F238E27FC236}">
                <a16:creationId xmlns:a16="http://schemas.microsoft.com/office/drawing/2014/main" id="{F8243EEF-1BC4-883B-4690-46524A8EB5D8}"/>
              </a:ext>
            </a:extLst>
          </p:cNvPr>
          <p:cNvCxnSpPr/>
          <p:nvPr/>
        </p:nvCxnSpPr>
        <p:spPr>
          <a:xfrm>
            <a:off x="8499284" y="4889251"/>
            <a:ext cx="475487" cy="0"/>
          </a:xfrm>
          <a:prstGeom prst="line">
            <a:avLst/>
          </a:prstGeom>
          <a:ln w="19050">
            <a:solidFill>
              <a:srgbClr val="8080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2">
            <a:extLst>
              <a:ext uri="{FF2B5EF4-FFF2-40B4-BE49-F238E27FC236}">
                <a16:creationId xmlns:a16="http://schemas.microsoft.com/office/drawing/2014/main" id="{02B16074-2B7A-627B-63F0-A2AAB16FB574}"/>
              </a:ext>
            </a:extLst>
          </p:cNvPr>
          <p:cNvCxnSpPr/>
          <p:nvPr/>
        </p:nvCxnSpPr>
        <p:spPr>
          <a:xfrm>
            <a:off x="470852" y="4889251"/>
            <a:ext cx="0" cy="886968"/>
          </a:xfrm>
          <a:prstGeom prst="line">
            <a:avLst/>
          </a:prstGeom>
          <a:ln w="17780">
            <a:solidFill>
              <a:srgbClr val="2E5C9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3">
            <a:extLst>
              <a:ext uri="{FF2B5EF4-FFF2-40B4-BE49-F238E27FC236}">
                <a16:creationId xmlns:a16="http://schemas.microsoft.com/office/drawing/2014/main" id="{70DAF88D-66C8-B7CD-DDB7-D76CF5F485FD}"/>
              </a:ext>
            </a:extLst>
          </p:cNvPr>
          <p:cNvCxnSpPr>
            <a:cxnSpLocks/>
          </p:cNvCxnSpPr>
          <p:nvPr/>
        </p:nvCxnSpPr>
        <p:spPr>
          <a:xfrm>
            <a:off x="470852" y="5776219"/>
            <a:ext cx="210312" cy="0"/>
          </a:xfrm>
          <a:prstGeom prst="line">
            <a:avLst/>
          </a:prstGeom>
          <a:ln w="17780">
            <a:solidFill>
              <a:srgbClr val="2E5C9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4">
            <a:extLst>
              <a:ext uri="{FF2B5EF4-FFF2-40B4-BE49-F238E27FC236}">
                <a16:creationId xmlns:a16="http://schemas.microsoft.com/office/drawing/2014/main" id="{B3E710D3-220A-011A-3B4B-F5227BE918F7}"/>
              </a:ext>
            </a:extLst>
          </p:cNvPr>
          <p:cNvCxnSpPr/>
          <p:nvPr/>
        </p:nvCxnSpPr>
        <p:spPr>
          <a:xfrm>
            <a:off x="1815020" y="5776219"/>
            <a:ext cx="109728" cy="0"/>
          </a:xfrm>
          <a:prstGeom prst="line">
            <a:avLst/>
          </a:prstGeom>
          <a:ln w="17780">
            <a:solidFill>
              <a:srgbClr val="2E5C9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5">
            <a:extLst>
              <a:ext uri="{FF2B5EF4-FFF2-40B4-BE49-F238E27FC236}">
                <a16:creationId xmlns:a16="http://schemas.microsoft.com/office/drawing/2014/main" id="{9FE394EB-A711-9341-0BB1-A2F836320636}"/>
              </a:ext>
            </a:extLst>
          </p:cNvPr>
          <p:cNvCxnSpPr/>
          <p:nvPr/>
        </p:nvCxnSpPr>
        <p:spPr>
          <a:xfrm flipV="1">
            <a:off x="1924748" y="4889251"/>
            <a:ext cx="0" cy="886968"/>
          </a:xfrm>
          <a:prstGeom prst="line">
            <a:avLst/>
          </a:prstGeom>
          <a:ln w="17780">
            <a:solidFill>
              <a:srgbClr val="2E5C9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Isosceles Triangle 76">
            <a:extLst>
              <a:ext uri="{FF2B5EF4-FFF2-40B4-BE49-F238E27FC236}">
                <a16:creationId xmlns:a16="http://schemas.microsoft.com/office/drawing/2014/main" id="{09EDA667-EDB3-9CFA-BA09-85EB100F49DA}"/>
              </a:ext>
            </a:extLst>
          </p:cNvPr>
          <p:cNvSpPr/>
          <p:nvPr/>
        </p:nvSpPr>
        <p:spPr>
          <a:xfrm rot="5400000">
            <a:off x="907478" y="5296159"/>
            <a:ext cx="475488" cy="594360"/>
          </a:xfrm>
          <a:prstGeom prst="triangle">
            <a:avLst/>
          </a:prstGeom>
          <a:solidFill>
            <a:srgbClr val="FACDAE"/>
          </a:solidFill>
          <a:ln w="1270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Isosceles Triangle 77">
            <a:extLst>
              <a:ext uri="{FF2B5EF4-FFF2-40B4-BE49-F238E27FC236}">
                <a16:creationId xmlns:a16="http://schemas.microsoft.com/office/drawing/2014/main" id="{F28A9FE5-179A-0D02-DA29-764DC1D2E4FF}"/>
              </a:ext>
            </a:extLst>
          </p:cNvPr>
          <p:cNvSpPr/>
          <p:nvPr/>
        </p:nvSpPr>
        <p:spPr>
          <a:xfrm rot="16200000">
            <a:off x="1478978" y="5296159"/>
            <a:ext cx="475488" cy="594360"/>
          </a:xfrm>
          <a:prstGeom prst="triangle">
            <a:avLst/>
          </a:prstGeom>
          <a:solidFill>
            <a:srgbClr val="FACDAE"/>
          </a:solidFill>
          <a:ln w="1270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Cube 78">
            <a:extLst>
              <a:ext uri="{FF2B5EF4-FFF2-40B4-BE49-F238E27FC236}">
                <a16:creationId xmlns:a16="http://schemas.microsoft.com/office/drawing/2014/main" id="{B01E605A-318E-65F3-0F2F-24539904C01C}"/>
              </a:ext>
            </a:extLst>
          </p:cNvPr>
          <p:cNvSpPr/>
          <p:nvPr/>
        </p:nvSpPr>
        <p:spPr>
          <a:xfrm>
            <a:off x="1321244" y="5437891"/>
            <a:ext cx="219456" cy="310896"/>
          </a:xfrm>
          <a:prstGeom prst="cube">
            <a:avLst/>
          </a:prstGeom>
          <a:solidFill>
            <a:srgbClr val="F2C94C"/>
          </a:solidFill>
          <a:ln w="1270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Isosceles Triangle 79">
            <a:extLst>
              <a:ext uri="{FF2B5EF4-FFF2-40B4-BE49-F238E27FC236}">
                <a16:creationId xmlns:a16="http://schemas.microsoft.com/office/drawing/2014/main" id="{2C4EB134-1E30-1213-7459-44F8E7479057}"/>
              </a:ext>
            </a:extLst>
          </p:cNvPr>
          <p:cNvSpPr/>
          <p:nvPr/>
        </p:nvSpPr>
        <p:spPr>
          <a:xfrm rot="5400000">
            <a:off x="816038" y="5387599"/>
            <a:ext cx="475488" cy="594360"/>
          </a:xfrm>
          <a:prstGeom prst="triangle">
            <a:avLst/>
          </a:prstGeom>
          <a:solidFill>
            <a:srgbClr val="FACDAE"/>
          </a:solidFill>
          <a:ln w="1270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Isosceles Triangle 80">
            <a:extLst>
              <a:ext uri="{FF2B5EF4-FFF2-40B4-BE49-F238E27FC236}">
                <a16:creationId xmlns:a16="http://schemas.microsoft.com/office/drawing/2014/main" id="{F677DC48-CDB4-CC44-BD98-9746B3D0C1E7}"/>
              </a:ext>
            </a:extLst>
          </p:cNvPr>
          <p:cNvSpPr/>
          <p:nvPr/>
        </p:nvSpPr>
        <p:spPr>
          <a:xfrm rot="16200000">
            <a:off x="1387538" y="5387599"/>
            <a:ext cx="475488" cy="594360"/>
          </a:xfrm>
          <a:prstGeom prst="triangle">
            <a:avLst/>
          </a:prstGeom>
          <a:solidFill>
            <a:srgbClr val="FACDAE"/>
          </a:solidFill>
          <a:ln w="1270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Cube 81">
            <a:extLst>
              <a:ext uri="{FF2B5EF4-FFF2-40B4-BE49-F238E27FC236}">
                <a16:creationId xmlns:a16="http://schemas.microsoft.com/office/drawing/2014/main" id="{C3CF5CE8-1C60-C03A-61FB-DC96B04381F0}"/>
              </a:ext>
            </a:extLst>
          </p:cNvPr>
          <p:cNvSpPr/>
          <p:nvPr/>
        </p:nvSpPr>
        <p:spPr>
          <a:xfrm>
            <a:off x="1229804" y="5529331"/>
            <a:ext cx="219456" cy="310896"/>
          </a:xfrm>
          <a:prstGeom prst="cube">
            <a:avLst/>
          </a:prstGeom>
          <a:solidFill>
            <a:srgbClr val="F2C94C"/>
          </a:solidFill>
          <a:ln w="1270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Isosceles Triangle 82">
            <a:extLst>
              <a:ext uri="{FF2B5EF4-FFF2-40B4-BE49-F238E27FC236}">
                <a16:creationId xmlns:a16="http://schemas.microsoft.com/office/drawing/2014/main" id="{EF1603CD-2E5B-584E-6006-AF394F205229}"/>
              </a:ext>
            </a:extLst>
          </p:cNvPr>
          <p:cNvSpPr/>
          <p:nvPr/>
        </p:nvSpPr>
        <p:spPr>
          <a:xfrm rot="5400000">
            <a:off x="724598" y="5479039"/>
            <a:ext cx="475488" cy="594360"/>
          </a:xfrm>
          <a:prstGeom prst="triangle">
            <a:avLst/>
          </a:prstGeom>
          <a:solidFill>
            <a:srgbClr val="F4B183"/>
          </a:solidFill>
          <a:ln w="1270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Isosceles Triangle 83">
            <a:extLst>
              <a:ext uri="{FF2B5EF4-FFF2-40B4-BE49-F238E27FC236}">
                <a16:creationId xmlns:a16="http://schemas.microsoft.com/office/drawing/2014/main" id="{03482D4B-E6C3-22B8-E9AF-37F33C8905A6}"/>
              </a:ext>
            </a:extLst>
          </p:cNvPr>
          <p:cNvSpPr/>
          <p:nvPr/>
        </p:nvSpPr>
        <p:spPr>
          <a:xfrm rot="16200000">
            <a:off x="1296098" y="5479039"/>
            <a:ext cx="475488" cy="594360"/>
          </a:xfrm>
          <a:prstGeom prst="triangle">
            <a:avLst/>
          </a:prstGeom>
          <a:solidFill>
            <a:srgbClr val="F4B183"/>
          </a:solidFill>
          <a:ln w="1270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Cube 84">
            <a:extLst>
              <a:ext uri="{FF2B5EF4-FFF2-40B4-BE49-F238E27FC236}">
                <a16:creationId xmlns:a16="http://schemas.microsoft.com/office/drawing/2014/main" id="{951E7F21-0972-E10C-4491-89F3D3C50E5A}"/>
              </a:ext>
            </a:extLst>
          </p:cNvPr>
          <p:cNvSpPr/>
          <p:nvPr/>
        </p:nvSpPr>
        <p:spPr>
          <a:xfrm>
            <a:off x="1138364" y="5620771"/>
            <a:ext cx="219456" cy="310896"/>
          </a:xfrm>
          <a:prstGeom prst="cube">
            <a:avLst/>
          </a:prstGeom>
          <a:solidFill>
            <a:srgbClr val="F2C94C"/>
          </a:solidFill>
          <a:ln w="1270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85">
            <a:extLst>
              <a:ext uri="{FF2B5EF4-FFF2-40B4-BE49-F238E27FC236}">
                <a16:creationId xmlns:a16="http://schemas.microsoft.com/office/drawing/2014/main" id="{7C844F71-644B-1D15-13E8-C982536A5323}"/>
              </a:ext>
            </a:extLst>
          </p:cNvPr>
          <p:cNvSpPr txBox="1"/>
          <p:nvPr/>
        </p:nvSpPr>
        <p:spPr>
          <a:xfrm>
            <a:off x="318191" y="6087115"/>
            <a:ext cx="1859803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sz="1000" b="1" dirty="0">
                <a:solidFill>
                  <a:srgbClr val="C55A11"/>
                </a:solidFill>
                <a:latin typeface="Times New Roman"/>
              </a:rPr>
              <a:t>Multi – Branch Adapter , RC  </a:t>
            </a:r>
            <a:endParaRPr sz="1000" b="1" dirty="0">
              <a:solidFill>
                <a:srgbClr val="C55A11"/>
              </a:solidFill>
              <a:latin typeface="Times New Roman"/>
            </a:endParaRPr>
          </a:p>
        </p:txBody>
      </p:sp>
      <p:cxnSp>
        <p:nvCxnSpPr>
          <p:cNvPr id="120" name="Connector 86">
            <a:extLst>
              <a:ext uri="{FF2B5EF4-FFF2-40B4-BE49-F238E27FC236}">
                <a16:creationId xmlns:a16="http://schemas.microsoft.com/office/drawing/2014/main" id="{5447CCBE-3EE3-93B2-11AF-90C360172C2D}"/>
              </a:ext>
            </a:extLst>
          </p:cNvPr>
          <p:cNvCxnSpPr/>
          <p:nvPr/>
        </p:nvCxnSpPr>
        <p:spPr>
          <a:xfrm>
            <a:off x="2162491" y="4889251"/>
            <a:ext cx="0" cy="886968"/>
          </a:xfrm>
          <a:prstGeom prst="line">
            <a:avLst/>
          </a:prstGeom>
          <a:ln w="17780">
            <a:solidFill>
              <a:srgbClr val="2E5C9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87">
            <a:extLst>
              <a:ext uri="{FF2B5EF4-FFF2-40B4-BE49-F238E27FC236}">
                <a16:creationId xmlns:a16="http://schemas.microsoft.com/office/drawing/2014/main" id="{FCA000AB-2C49-0A16-B33F-1836480C2D5D}"/>
              </a:ext>
            </a:extLst>
          </p:cNvPr>
          <p:cNvCxnSpPr>
            <a:cxnSpLocks/>
          </p:cNvCxnSpPr>
          <p:nvPr/>
        </p:nvCxnSpPr>
        <p:spPr>
          <a:xfrm>
            <a:off x="2162491" y="5776219"/>
            <a:ext cx="182881" cy="0"/>
          </a:xfrm>
          <a:prstGeom prst="line">
            <a:avLst/>
          </a:prstGeom>
          <a:ln w="17780">
            <a:solidFill>
              <a:srgbClr val="2E5C9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88">
            <a:extLst>
              <a:ext uri="{FF2B5EF4-FFF2-40B4-BE49-F238E27FC236}">
                <a16:creationId xmlns:a16="http://schemas.microsoft.com/office/drawing/2014/main" id="{F0B488E7-4A60-5E5A-2CDA-A8B9A0A80CE3}"/>
              </a:ext>
            </a:extLst>
          </p:cNvPr>
          <p:cNvCxnSpPr/>
          <p:nvPr/>
        </p:nvCxnSpPr>
        <p:spPr>
          <a:xfrm>
            <a:off x="3479228" y="5776219"/>
            <a:ext cx="109728" cy="0"/>
          </a:xfrm>
          <a:prstGeom prst="line">
            <a:avLst/>
          </a:prstGeom>
          <a:ln w="17780">
            <a:solidFill>
              <a:srgbClr val="2E5C9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89">
            <a:extLst>
              <a:ext uri="{FF2B5EF4-FFF2-40B4-BE49-F238E27FC236}">
                <a16:creationId xmlns:a16="http://schemas.microsoft.com/office/drawing/2014/main" id="{8D5F6A66-DECE-A039-FE92-75DD83A0A4A8}"/>
              </a:ext>
            </a:extLst>
          </p:cNvPr>
          <p:cNvCxnSpPr/>
          <p:nvPr/>
        </p:nvCxnSpPr>
        <p:spPr>
          <a:xfrm flipV="1">
            <a:off x="3588956" y="4889251"/>
            <a:ext cx="0" cy="886968"/>
          </a:xfrm>
          <a:prstGeom prst="line">
            <a:avLst/>
          </a:prstGeom>
          <a:ln w="17780">
            <a:solidFill>
              <a:srgbClr val="2E5C9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Isosceles Triangle 90">
            <a:extLst>
              <a:ext uri="{FF2B5EF4-FFF2-40B4-BE49-F238E27FC236}">
                <a16:creationId xmlns:a16="http://schemas.microsoft.com/office/drawing/2014/main" id="{0913B2CC-79C2-102B-62C6-0D6232DE8EAF}"/>
              </a:ext>
            </a:extLst>
          </p:cNvPr>
          <p:cNvSpPr/>
          <p:nvPr/>
        </p:nvSpPr>
        <p:spPr>
          <a:xfrm rot="5400000">
            <a:off x="2571686" y="5296159"/>
            <a:ext cx="475488" cy="594360"/>
          </a:xfrm>
          <a:prstGeom prst="triangle">
            <a:avLst/>
          </a:prstGeom>
          <a:solidFill>
            <a:srgbClr val="FACDAE"/>
          </a:solidFill>
          <a:ln w="1270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Isosceles Triangle 91">
            <a:extLst>
              <a:ext uri="{FF2B5EF4-FFF2-40B4-BE49-F238E27FC236}">
                <a16:creationId xmlns:a16="http://schemas.microsoft.com/office/drawing/2014/main" id="{0A318CF9-AE62-01E9-42A1-3FCADF584291}"/>
              </a:ext>
            </a:extLst>
          </p:cNvPr>
          <p:cNvSpPr/>
          <p:nvPr/>
        </p:nvSpPr>
        <p:spPr>
          <a:xfrm rot="16200000">
            <a:off x="3143186" y="5296159"/>
            <a:ext cx="475488" cy="594360"/>
          </a:xfrm>
          <a:prstGeom prst="triangle">
            <a:avLst/>
          </a:prstGeom>
          <a:solidFill>
            <a:srgbClr val="FACDAE"/>
          </a:solidFill>
          <a:ln w="1270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Cube 92">
            <a:extLst>
              <a:ext uri="{FF2B5EF4-FFF2-40B4-BE49-F238E27FC236}">
                <a16:creationId xmlns:a16="http://schemas.microsoft.com/office/drawing/2014/main" id="{80606DC3-6A99-189F-F37E-805A556D4D38}"/>
              </a:ext>
            </a:extLst>
          </p:cNvPr>
          <p:cNvSpPr/>
          <p:nvPr/>
        </p:nvSpPr>
        <p:spPr>
          <a:xfrm>
            <a:off x="2985452" y="5437891"/>
            <a:ext cx="219456" cy="310896"/>
          </a:xfrm>
          <a:prstGeom prst="cube">
            <a:avLst/>
          </a:prstGeom>
          <a:solidFill>
            <a:srgbClr val="F2C94C"/>
          </a:solidFill>
          <a:ln w="1270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Isosceles Triangle 93">
            <a:extLst>
              <a:ext uri="{FF2B5EF4-FFF2-40B4-BE49-F238E27FC236}">
                <a16:creationId xmlns:a16="http://schemas.microsoft.com/office/drawing/2014/main" id="{0334DEEB-3ECD-A0E8-F31F-30B7D84E9448}"/>
              </a:ext>
            </a:extLst>
          </p:cNvPr>
          <p:cNvSpPr/>
          <p:nvPr/>
        </p:nvSpPr>
        <p:spPr>
          <a:xfrm rot="5400000">
            <a:off x="2480246" y="5387599"/>
            <a:ext cx="475488" cy="594360"/>
          </a:xfrm>
          <a:prstGeom prst="triangle">
            <a:avLst/>
          </a:prstGeom>
          <a:solidFill>
            <a:srgbClr val="FACDAE"/>
          </a:solidFill>
          <a:ln w="1270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Isosceles Triangle 94">
            <a:extLst>
              <a:ext uri="{FF2B5EF4-FFF2-40B4-BE49-F238E27FC236}">
                <a16:creationId xmlns:a16="http://schemas.microsoft.com/office/drawing/2014/main" id="{D0C0E483-F2CA-35CA-3832-9787671F4D5F}"/>
              </a:ext>
            </a:extLst>
          </p:cNvPr>
          <p:cNvSpPr/>
          <p:nvPr/>
        </p:nvSpPr>
        <p:spPr>
          <a:xfrm rot="16200000">
            <a:off x="3051746" y="5387599"/>
            <a:ext cx="475488" cy="594360"/>
          </a:xfrm>
          <a:prstGeom prst="triangle">
            <a:avLst/>
          </a:prstGeom>
          <a:solidFill>
            <a:srgbClr val="FACDAE"/>
          </a:solidFill>
          <a:ln w="1270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Cube 95">
            <a:extLst>
              <a:ext uri="{FF2B5EF4-FFF2-40B4-BE49-F238E27FC236}">
                <a16:creationId xmlns:a16="http://schemas.microsoft.com/office/drawing/2014/main" id="{5D89FC97-2C0F-89EE-406A-B063BC2A2348}"/>
              </a:ext>
            </a:extLst>
          </p:cNvPr>
          <p:cNvSpPr/>
          <p:nvPr/>
        </p:nvSpPr>
        <p:spPr>
          <a:xfrm>
            <a:off x="2894012" y="5529331"/>
            <a:ext cx="219456" cy="310896"/>
          </a:xfrm>
          <a:prstGeom prst="cube">
            <a:avLst/>
          </a:prstGeom>
          <a:solidFill>
            <a:srgbClr val="F2C94C"/>
          </a:solidFill>
          <a:ln w="1270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Isosceles Triangle 96">
            <a:extLst>
              <a:ext uri="{FF2B5EF4-FFF2-40B4-BE49-F238E27FC236}">
                <a16:creationId xmlns:a16="http://schemas.microsoft.com/office/drawing/2014/main" id="{EC2F75C5-C1FE-37C0-A125-8DB490B99A56}"/>
              </a:ext>
            </a:extLst>
          </p:cNvPr>
          <p:cNvSpPr/>
          <p:nvPr/>
        </p:nvSpPr>
        <p:spPr>
          <a:xfrm rot="5400000">
            <a:off x="2388806" y="5479039"/>
            <a:ext cx="475488" cy="594360"/>
          </a:xfrm>
          <a:prstGeom prst="triangle">
            <a:avLst/>
          </a:prstGeom>
          <a:solidFill>
            <a:srgbClr val="F4B183"/>
          </a:solidFill>
          <a:ln w="1270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Isosceles Triangle 97">
            <a:extLst>
              <a:ext uri="{FF2B5EF4-FFF2-40B4-BE49-F238E27FC236}">
                <a16:creationId xmlns:a16="http://schemas.microsoft.com/office/drawing/2014/main" id="{4F396203-9001-1DCC-D4DD-4D26D9A820A7}"/>
              </a:ext>
            </a:extLst>
          </p:cNvPr>
          <p:cNvSpPr/>
          <p:nvPr/>
        </p:nvSpPr>
        <p:spPr>
          <a:xfrm rot="16200000">
            <a:off x="2960306" y="5479039"/>
            <a:ext cx="475488" cy="594360"/>
          </a:xfrm>
          <a:prstGeom prst="triangle">
            <a:avLst/>
          </a:prstGeom>
          <a:solidFill>
            <a:srgbClr val="F4B183"/>
          </a:solidFill>
          <a:ln w="1270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Cube 98">
            <a:extLst>
              <a:ext uri="{FF2B5EF4-FFF2-40B4-BE49-F238E27FC236}">
                <a16:creationId xmlns:a16="http://schemas.microsoft.com/office/drawing/2014/main" id="{DBF37AE1-A7E7-5D1E-9759-5B6F8653C30B}"/>
              </a:ext>
            </a:extLst>
          </p:cNvPr>
          <p:cNvSpPr/>
          <p:nvPr/>
        </p:nvSpPr>
        <p:spPr>
          <a:xfrm>
            <a:off x="2802572" y="5620771"/>
            <a:ext cx="219456" cy="310896"/>
          </a:xfrm>
          <a:prstGeom prst="cube">
            <a:avLst/>
          </a:prstGeom>
          <a:solidFill>
            <a:srgbClr val="F2C94C"/>
          </a:solidFill>
          <a:ln w="1270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99">
            <a:extLst>
              <a:ext uri="{FF2B5EF4-FFF2-40B4-BE49-F238E27FC236}">
                <a16:creationId xmlns:a16="http://schemas.microsoft.com/office/drawing/2014/main" id="{9AB9E8D1-E09B-C357-D2B9-7E15765A12D7}"/>
              </a:ext>
            </a:extLst>
          </p:cNvPr>
          <p:cNvSpPr txBox="1"/>
          <p:nvPr/>
        </p:nvSpPr>
        <p:spPr>
          <a:xfrm>
            <a:off x="1982398" y="6087115"/>
            <a:ext cx="1859803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sz="1000" b="1" dirty="0">
                <a:solidFill>
                  <a:srgbClr val="C55A11"/>
                </a:solidFill>
                <a:latin typeface="Times New Roman"/>
              </a:rPr>
              <a:t>Multi – Branch Adapter , RC  </a:t>
            </a:r>
            <a:endParaRPr sz="1000" b="1" dirty="0">
              <a:solidFill>
                <a:srgbClr val="C55A11"/>
              </a:solidFill>
              <a:latin typeface="Times New Roman"/>
            </a:endParaRPr>
          </a:p>
        </p:txBody>
      </p:sp>
      <p:cxnSp>
        <p:nvCxnSpPr>
          <p:cNvPr id="134" name="Connector 15">
            <a:extLst>
              <a:ext uri="{FF2B5EF4-FFF2-40B4-BE49-F238E27FC236}">
                <a16:creationId xmlns:a16="http://schemas.microsoft.com/office/drawing/2014/main" id="{8CB369B5-DD57-8ED7-7F4D-C703EFE1BDB1}"/>
              </a:ext>
            </a:extLst>
          </p:cNvPr>
          <p:cNvCxnSpPr/>
          <p:nvPr/>
        </p:nvCxnSpPr>
        <p:spPr>
          <a:xfrm flipV="1">
            <a:off x="7127684" y="929899"/>
            <a:ext cx="0" cy="1371600"/>
          </a:xfrm>
          <a:prstGeom prst="line">
            <a:avLst/>
          </a:prstGeom>
          <a:ln w="17780">
            <a:solidFill>
              <a:srgbClr val="2E5C9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6">
            <a:extLst>
              <a:ext uri="{FF2B5EF4-FFF2-40B4-BE49-F238E27FC236}">
                <a16:creationId xmlns:a16="http://schemas.microsoft.com/office/drawing/2014/main" id="{25EE26C4-CAAC-EFAC-EE51-9E526A78BF01}"/>
              </a:ext>
            </a:extLst>
          </p:cNvPr>
          <p:cNvCxnSpPr>
            <a:cxnSpLocks/>
          </p:cNvCxnSpPr>
          <p:nvPr/>
        </p:nvCxnSpPr>
        <p:spPr>
          <a:xfrm>
            <a:off x="7127684" y="929899"/>
            <a:ext cx="210312" cy="0"/>
          </a:xfrm>
          <a:prstGeom prst="line">
            <a:avLst/>
          </a:prstGeom>
          <a:ln w="17780">
            <a:solidFill>
              <a:srgbClr val="2E5C9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5">
            <a:extLst>
              <a:ext uri="{FF2B5EF4-FFF2-40B4-BE49-F238E27FC236}">
                <a16:creationId xmlns:a16="http://schemas.microsoft.com/office/drawing/2014/main" id="{CDE5A2E5-D95B-A15C-08D4-864BC48787BC}"/>
              </a:ext>
            </a:extLst>
          </p:cNvPr>
          <p:cNvCxnSpPr/>
          <p:nvPr/>
        </p:nvCxnSpPr>
        <p:spPr>
          <a:xfrm flipV="1">
            <a:off x="8799258" y="929899"/>
            <a:ext cx="0" cy="1371600"/>
          </a:xfrm>
          <a:prstGeom prst="line">
            <a:avLst/>
          </a:prstGeom>
          <a:ln w="17780">
            <a:solidFill>
              <a:srgbClr val="2E5C9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6">
            <a:extLst>
              <a:ext uri="{FF2B5EF4-FFF2-40B4-BE49-F238E27FC236}">
                <a16:creationId xmlns:a16="http://schemas.microsoft.com/office/drawing/2014/main" id="{BAD98800-13F5-794D-A1D5-0CBC713A5DE3}"/>
              </a:ext>
            </a:extLst>
          </p:cNvPr>
          <p:cNvCxnSpPr>
            <a:cxnSpLocks/>
          </p:cNvCxnSpPr>
          <p:nvPr/>
        </p:nvCxnSpPr>
        <p:spPr>
          <a:xfrm>
            <a:off x="8799258" y="929899"/>
            <a:ext cx="210312" cy="0"/>
          </a:xfrm>
          <a:prstGeom prst="line">
            <a:avLst/>
          </a:prstGeom>
          <a:ln w="17780">
            <a:solidFill>
              <a:srgbClr val="2E5C9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8" name="TextBox 42">
            <a:extLst>
              <a:ext uri="{FF2B5EF4-FFF2-40B4-BE49-F238E27FC236}">
                <a16:creationId xmlns:a16="http://schemas.microsoft.com/office/drawing/2014/main" id="{D5F48DA0-F6C9-C532-5AAC-666900A5E3EE}"/>
              </a:ext>
            </a:extLst>
          </p:cNvPr>
          <p:cNvSpPr txBox="1"/>
          <p:nvPr/>
        </p:nvSpPr>
        <p:spPr>
          <a:xfrm>
            <a:off x="3576290" y="1278147"/>
            <a:ext cx="2026517" cy="26161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algn="ctr"/>
            <a:r>
              <a:rPr lang="en-US" sz="1100" b="1" dirty="0">
                <a:solidFill>
                  <a:srgbClr val="C55A11"/>
                </a:solidFill>
                <a:latin typeface="Times New Roman"/>
              </a:rPr>
              <a:t>Multi – Branch Adapter , RC  </a:t>
            </a:r>
            <a:endParaRPr sz="1100" b="1" dirty="0">
              <a:solidFill>
                <a:srgbClr val="C55A11"/>
              </a:solidFill>
              <a:latin typeface="Times New Roman"/>
            </a:endParaRPr>
          </a:p>
        </p:txBody>
      </p:sp>
      <p:sp>
        <p:nvSpPr>
          <p:cNvPr id="34" name="TextBox 42">
            <a:extLst>
              <a:ext uri="{FF2B5EF4-FFF2-40B4-BE49-F238E27FC236}">
                <a16:creationId xmlns:a16="http://schemas.microsoft.com/office/drawing/2014/main" id="{AEB2EFE5-F1AC-6330-C5B2-E4C5EED96224}"/>
              </a:ext>
            </a:extLst>
          </p:cNvPr>
          <p:cNvSpPr txBox="1"/>
          <p:nvPr/>
        </p:nvSpPr>
        <p:spPr>
          <a:xfrm>
            <a:off x="6820878" y="1287181"/>
            <a:ext cx="2026517" cy="24622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sz="1000" b="1" dirty="0">
                <a:solidFill>
                  <a:srgbClr val="C55A11"/>
                </a:solidFill>
                <a:latin typeface="Times New Roman"/>
              </a:rPr>
              <a:t>Multi – Branch Adapter , RC  </a:t>
            </a:r>
            <a:endParaRPr sz="1000" b="1" dirty="0">
              <a:solidFill>
                <a:srgbClr val="C55A11"/>
              </a:solidFill>
              <a:latin typeface="Times New Roman"/>
            </a:endParaRPr>
          </a:p>
        </p:txBody>
      </p:sp>
      <p:sp>
        <p:nvSpPr>
          <p:cNvPr id="75" name="TextBox 42">
            <a:extLst>
              <a:ext uri="{FF2B5EF4-FFF2-40B4-BE49-F238E27FC236}">
                <a16:creationId xmlns:a16="http://schemas.microsoft.com/office/drawing/2014/main" id="{90D0BC4F-CA14-5AC5-DC33-CA33DC4E469E}"/>
              </a:ext>
            </a:extLst>
          </p:cNvPr>
          <p:cNvSpPr txBox="1"/>
          <p:nvPr/>
        </p:nvSpPr>
        <p:spPr>
          <a:xfrm>
            <a:off x="8639229" y="1278147"/>
            <a:ext cx="1859803" cy="246221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algn="ctr"/>
            <a:r>
              <a:rPr lang="en-US" sz="1000" b="1" dirty="0">
                <a:solidFill>
                  <a:srgbClr val="C55A11"/>
                </a:solidFill>
                <a:latin typeface="Times New Roman"/>
              </a:rPr>
              <a:t>Multi – Branch Adapter , RC  </a:t>
            </a:r>
            <a:endParaRPr sz="1000" b="1" dirty="0">
              <a:solidFill>
                <a:srgbClr val="C55A11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486</TotalTime>
  <Words>43</Words>
  <Application>Microsoft Office PowerPoint</Application>
  <PresentationFormat>寬螢幕</PresentationFormat>
  <Paragraphs>18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5" baseType="lpstr">
      <vt:lpstr>Arial</vt:lpstr>
      <vt:lpstr>Calibri</vt:lpstr>
      <vt:lpstr>Times New Roman</vt:lpstr>
      <vt:lpstr>Office Theme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黃柏鈞</dc:creator>
  <cp:keywords/>
  <dc:description>generated using python-pptx</dc:description>
  <cp:lastModifiedBy>barkie</cp:lastModifiedBy>
  <cp:revision>12</cp:revision>
  <dcterms:created xsi:type="dcterms:W3CDTF">2013-01-27T09:14:16Z</dcterms:created>
  <dcterms:modified xsi:type="dcterms:W3CDTF">2026-07-19T05:54:17Z</dcterms:modified>
  <cp:category/>
</cp:coreProperties>
</file>