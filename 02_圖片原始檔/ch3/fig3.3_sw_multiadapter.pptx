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E7502171-EE9B-E298-D4AC-CA310E2AF998}"/>
              </a:ext>
            </a:extLst>
          </p:cNvPr>
          <p:cNvSpPr/>
          <p:nvPr/>
        </p:nvSpPr>
        <p:spPr>
          <a:xfrm>
            <a:off x="2383536" y="2135411"/>
            <a:ext cx="184708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Down-projection</a:t>
            </a:r>
            <a:endParaRPr lang="en-US" sz="13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76F8245-2C0D-D294-77DF-E27DB45942A0}"/>
              </a:ext>
            </a:extLst>
          </p:cNvPr>
          <p:cNvSpPr/>
          <p:nvPr/>
        </p:nvSpPr>
        <p:spPr>
          <a:xfrm>
            <a:off x="2383536" y="2336071"/>
            <a:ext cx="1847088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1×1 binary conv</a:t>
            </a:r>
            <a:endParaRPr lang="en-US" sz="11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94405AF-B703-7D01-B5DA-8FAC466D9BD7}"/>
              </a:ext>
            </a:extLst>
          </p:cNvPr>
          <p:cNvSpPr/>
          <p:nvPr/>
        </p:nvSpPr>
        <p:spPr>
          <a:xfrm>
            <a:off x="4184904" y="2135411"/>
            <a:ext cx="109728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56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</a:t>
            </a:r>
            <a:endParaRPr lang="en-US" sz="13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A1805AF5-81AD-259E-FC68-7636684C7264}"/>
              </a:ext>
            </a:extLst>
          </p:cNvPr>
          <p:cNvSpPr/>
          <p:nvPr/>
        </p:nvSpPr>
        <p:spPr>
          <a:xfrm>
            <a:off x="4184904" y="2336071"/>
            <a:ext cx="1097280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6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binarize</a:t>
            </a:r>
            <a:endParaRPr lang="en-US" sz="11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EC10EB37-2EB0-903C-8922-6BA3B60B2C7F}"/>
              </a:ext>
            </a:extLst>
          </p:cNvPr>
          <p:cNvSpPr/>
          <p:nvPr/>
        </p:nvSpPr>
        <p:spPr>
          <a:xfrm>
            <a:off x="5017008" y="2135411"/>
            <a:ext cx="184708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Up-projection</a:t>
            </a:r>
            <a:endParaRPr lang="en-US" sz="13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A2E9EA5B-5552-76B1-DB23-9EF9794128BD}"/>
              </a:ext>
            </a:extLst>
          </p:cNvPr>
          <p:cNvSpPr/>
          <p:nvPr/>
        </p:nvSpPr>
        <p:spPr>
          <a:xfrm>
            <a:off x="5017008" y="2336071"/>
            <a:ext cx="1847088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1×1 binary conv</a:t>
            </a:r>
            <a:endParaRPr lang="en-US" sz="11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96FD33AE-639C-D230-06A8-8CBBE4174039}"/>
              </a:ext>
            </a:extLst>
          </p:cNvPr>
          <p:cNvSpPr/>
          <p:nvPr/>
        </p:nvSpPr>
        <p:spPr>
          <a:xfrm>
            <a:off x="7129272" y="2135411"/>
            <a:ext cx="106070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</a:t>
            </a:r>
            <a:endParaRPr lang="en-US" sz="13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E26EA63B-8B4A-9E33-1249-B71B75CE1691}"/>
              </a:ext>
            </a:extLst>
          </p:cNvPr>
          <p:cNvSpPr/>
          <p:nvPr/>
        </p:nvSpPr>
        <p:spPr>
          <a:xfrm>
            <a:off x="8235696" y="2135411"/>
            <a:ext cx="102412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</a:t>
            </a:r>
            <a:endParaRPr lang="en-US" sz="13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C4BE54FF-FC02-7B9E-8579-79F936AF91CE}"/>
              </a:ext>
            </a:extLst>
          </p:cNvPr>
          <p:cNvSpPr/>
          <p:nvPr/>
        </p:nvSpPr>
        <p:spPr>
          <a:xfrm>
            <a:off x="1798320" y="2241837"/>
            <a:ext cx="173736" cy="3419856"/>
          </a:xfrm>
          <a:custGeom>
            <a:avLst/>
            <a:gdLst/>
            <a:ahLst/>
            <a:cxnLst/>
            <a:rect l="l" t="t" r="r" b="b"/>
            <a:pathLst>
              <a:path w="173736" h="3419856">
                <a:moveTo>
                  <a:pt x="0" y="109728"/>
                </a:moveTo>
                <a:lnTo>
                  <a:pt x="173736" y="0"/>
                </a:lnTo>
                <a:lnTo>
                  <a:pt x="173736" y="3310128"/>
                </a:lnTo>
                <a:lnTo>
                  <a:pt x="0" y="3419856"/>
                </a:lnTo>
                <a:close/>
              </a:path>
            </a:pathLst>
          </a:custGeom>
          <a:solidFill>
            <a:srgbClr val="C2D2E1"/>
          </a:solidFill>
          <a:ln w="15875">
            <a:solidFill>
              <a:srgbClr val="5E7B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82D23C80-7128-C637-B2C0-95B23CD88869}"/>
              </a:ext>
            </a:extLst>
          </p:cNvPr>
          <p:cNvSpPr/>
          <p:nvPr/>
        </p:nvSpPr>
        <p:spPr>
          <a:xfrm>
            <a:off x="929640" y="2241837"/>
            <a:ext cx="1042416" cy="109728"/>
          </a:xfrm>
          <a:custGeom>
            <a:avLst/>
            <a:gdLst/>
            <a:ahLst/>
            <a:cxnLst/>
            <a:rect l="l" t="t" r="r" b="b"/>
            <a:pathLst>
              <a:path w="1042416" h="109728">
                <a:moveTo>
                  <a:pt x="0" y="109728"/>
                </a:moveTo>
                <a:lnTo>
                  <a:pt x="868680" y="109728"/>
                </a:lnTo>
                <a:lnTo>
                  <a:pt x="1042416" y="0"/>
                </a:lnTo>
                <a:lnTo>
                  <a:pt x="173736" y="0"/>
                </a:lnTo>
                <a:close/>
              </a:path>
            </a:pathLst>
          </a:custGeom>
          <a:solidFill>
            <a:srgbClr val="ECF2F9"/>
          </a:solidFill>
          <a:ln w="15875">
            <a:solidFill>
              <a:srgbClr val="5E7B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FFC7EE1D-501B-78AB-CC45-DF27877E3855}"/>
              </a:ext>
            </a:extLst>
          </p:cNvPr>
          <p:cNvSpPr/>
          <p:nvPr/>
        </p:nvSpPr>
        <p:spPr>
          <a:xfrm>
            <a:off x="929640" y="2351565"/>
            <a:ext cx="868680" cy="3310128"/>
          </a:xfrm>
          <a:prstGeom prst="rect">
            <a:avLst/>
          </a:prstGeom>
          <a:solidFill>
            <a:srgbClr val="DCE6F0"/>
          </a:solidFill>
          <a:ln w="15875">
            <a:solidFill>
              <a:srgbClr val="5E7B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B0AC7BB1-5B9B-E758-A367-8D8C2675D0B5}"/>
              </a:ext>
            </a:extLst>
          </p:cNvPr>
          <p:cNvSpPr/>
          <p:nvPr/>
        </p:nvSpPr>
        <p:spPr>
          <a:xfrm>
            <a:off x="838200" y="5893849"/>
            <a:ext cx="105156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400" baseline="-4000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</a:t>
            </a:r>
            <a:endParaRPr lang="en-US" sz="14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975C81B9-AF6A-0234-CCE9-F9D1482F68F5}"/>
              </a:ext>
            </a:extLst>
          </p:cNvPr>
          <p:cNvSpPr/>
          <p:nvPr/>
        </p:nvSpPr>
        <p:spPr>
          <a:xfrm>
            <a:off x="1798320" y="4006629"/>
            <a:ext cx="384048" cy="0"/>
          </a:xfrm>
          <a:prstGeom prst="line">
            <a:avLst/>
          </a:prstGeom>
          <a:noFill/>
          <a:ln w="3048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697ED5F6-4576-E9D8-8724-971D2984450A}"/>
              </a:ext>
            </a:extLst>
          </p:cNvPr>
          <p:cNvSpPr/>
          <p:nvPr/>
        </p:nvSpPr>
        <p:spPr>
          <a:xfrm>
            <a:off x="2182368" y="2854485"/>
            <a:ext cx="0" cy="2304288"/>
          </a:xfrm>
          <a:prstGeom prst="line">
            <a:avLst/>
          </a:prstGeom>
          <a:noFill/>
          <a:ln w="30480">
            <a:solidFill>
              <a:srgbClr val="5560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F061522D-A8B2-D371-A97F-543FDF3ED171}"/>
              </a:ext>
            </a:extLst>
          </p:cNvPr>
          <p:cNvSpPr/>
          <p:nvPr/>
        </p:nvSpPr>
        <p:spPr>
          <a:xfrm>
            <a:off x="2182368" y="2854485"/>
            <a:ext cx="384048" cy="0"/>
          </a:xfrm>
          <a:prstGeom prst="line">
            <a:avLst/>
          </a:prstGeom>
          <a:noFill/>
          <a:ln w="25400">
            <a:solidFill>
              <a:srgbClr val="5560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915D8269-D008-7024-70FF-144BDFD6628E}"/>
              </a:ext>
            </a:extLst>
          </p:cNvPr>
          <p:cNvSpPr/>
          <p:nvPr/>
        </p:nvSpPr>
        <p:spPr>
          <a:xfrm>
            <a:off x="2182368" y="4006629"/>
            <a:ext cx="384048" cy="0"/>
          </a:xfrm>
          <a:prstGeom prst="line">
            <a:avLst/>
          </a:prstGeom>
          <a:noFill/>
          <a:ln w="25400">
            <a:solidFill>
              <a:srgbClr val="5560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846260CA-B545-4212-BB82-93E7A90EE3E3}"/>
              </a:ext>
            </a:extLst>
          </p:cNvPr>
          <p:cNvSpPr/>
          <p:nvPr/>
        </p:nvSpPr>
        <p:spPr>
          <a:xfrm>
            <a:off x="2182368" y="5158773"/>
            <a:ext cx="384048" cy="0"/>
          </a:xfrm>
          <a:prstGeom prst="line">
            <a:avLst/>
          </a:prstGeom>
          <a:noFill/>
          <a:ln w="25400">
            <a:solidFill>
              <a:srgbClr val="55606E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5A26BEB4-6964-FD4A-6E2F-DCBE952226C9}"/>
              </a:ext>
            </a:extLst>
          </p:cNvPr>
          <p:cNvSpPr/>
          <p:nvPr/>
        </p:nvSpPr>
        <p:spPr>
          <a:xfrm>
            <a:off x="2566416" y="2516157"/>
            <a:ext cx="1481328" cy="676656"/>
          </a:xfrm>
          <a:custGeom>
            <a:avLst/>
            <a:gdLst/>
            <a:ahLst/>
            <a:cxnLst/>
            <a:rect l="l" t="t" r="r" b="b"/>
            <a:pathLst>
              <a:path w="1481328" h="676656">
                <a:moveTo>
                  <a:pt x="0" y="0"/>
                </a:moveTo>
                <a:lnTo>
                  <a:pt x="1481328" y="219456"/>
                </a:lnTo>
                <a:lnTo>
                  <a:pt x="1481328" y="457200"/>
                </a:lnTo>
                <a:lnTo>
                  <a:pt x="0" y="676656"/>
                </a:lnTo>
                <a:close/>
              </a:path>
            </a:pathLst>
          </a:custGeom>
          <a:solidFill>
            <a:srgbClr val="F6D3BC"/>
          </a:solidFill>
          <a:ln w="1905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346A6DB6-C986-FB2A-952A-ED3DA392BA4E}"/>
              </a:ext>
            </a:extLst>
          </p:cNvPr>
          <p:cNvSpPr/>
          <p:nvPr/>
        </p:nvSpPr>
        <p:spPr>
          <a:xfrm>
            <a:off x="5199888" y="2516157"/>
            <a:ext cx="1481328" cy="676656"/>
          </a:xfrm>
          <a:custGeom>
            <a:avLst/>
            <a:gdLst/>
            <a:ahLst/>
            <a:cxnLst/>
            <a:rect l="l" t="t" r="r" b="b"/>
            <a:pathLst>
              <a:path w="1481328" h="676656">
                <a:moveTo>
                  <a:pt x="0" y="219456"/>
                </a:moveTo>
                <a:lnTo>
                  <a:pt x="1481328" y="0"/>
                </a:lnTo>
                <a:lnTo>
                  <a:pt x="1481328" y="676656"/>
                </a:lnTo>
                <a:lnTo>
                  <a:pt x="0" y="457200"/>
                </a:lnTo>
                <a:close/>
              </a:path>
            </a:pathLst>
          </a:custGeom>
          <a:solidFill>
            <a:srgbClr val="F6D3BC"/>
          </a:solidFill>
          <a:ln w="1905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4">
            <a:extLst>
              <a:ext uri="{FF2B5EF4-FFF2-40B4-BE49-F238E27FC236}">
                <a16:creationId xmlns:a16="http://schemas.microsoft.com/office/drawing/2014/main" id="{E181DB73-D0CE-1693-FB7B-5330A0300C2C}"/>
              </a:ext>
            </a:extLst>
          </p:cNvPr>
          <p:cNvSpPr/>
          <p:nvPr/>
        </p:nvSpPr>
        <p:spPr>
          <a:xfrm>
            <a:off x="7248144" y="2433861"/>
            <a:ext cx="118872" cy="758952"/>
          </a:xfrm>
          <a:custGeom>
            <a:avLst/>
            <a:gdLst/>
            <a:ahLst/>
            <a:cxnLst/>
            <a:rect l="l" t="t" r="r" b="b"/>
            <a:pathLst>
              <a:path w="118872" h="758952">
                <a:moveTo>
                  <a:pt x="0" y="82296"/>
                </a:moveTo>
                <a:lnTo>
                  <a:pt x="118872" y="0"/>
                </a:lnTo>
                <a:lnTo>
                  <a:pt x="118872" y="676656"/>
                </a:lnTo>
                <a:lnTo>
                  <a:pt x="0" y="758952"/>
                </a:lnTo>
                <a:close/>
              </a:path>
            </a:pathLst>
          </a:custGeom>
          <a:solidFill>
            <a:srgbClr val="D0C6E6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73DDC261-C684-3307-D201-3C180FFBA87E}"/>
              </a:ext>
            </a:extLst>
          </p:cNvPr>
          <p:cNvSpPr/>
          <p:nvPr/>
        </p:nvSpPr>
        <p:spPr>
          <a:xfrm>
            <a:off x="6681216" y="2433861"/>
            <a:ext cx="685800" cy="82296"/>
          </a:xfrm>
          <a:custGeom>
            <a:avLst/>
            <a:gdLst/>
            <a:ahLst/>
            <a:cxnLst/>
            <a:rect l="l" t="t" r="r" b="b"/>
            <a:pathLst>
              <a:path w="685800" h="82296">
                <a:moveTo>
                  <a:pt x="0" y="82296"/>
                </a:moveTo>
                <a:lnTo>
                  <a:pt x="566928" y="82296"/>
                </a:lnTo>
                <a:lnTo>
                  <a:pt x="685800" y="0"/>
                </a:lnTo>
                <a:lnTo>
                  <a:pt x="118872" y="0"/>
                </a:lnTo>
                <a:close/>
              </a:path>
            </a:pathLst>
          </a:custGeom>
          <a:solidFill>
            <a:srgbClr val="F0ECF8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6">
            <a:extLst>
              <a:ext uri="{FF2B5EF4-FFF2-40B4-BE49-F238E27FC236}">
                <a16:creationId xmlns:a16="http://schemas.microsoft.com/office/drawing/2014/main" id="{1FF3B436-7C24-9ED8-73B8-F38AEBF7A19F}"/>
              </a:ext>
            </a:extLst>
          </p:cNvPr>
          <p:cNvSpPr/>
          <p:nvPr/>
        </p:nvSpPr>
        <p:spPr>
          <a:xfrm>
            <a:off x="6681216" y="2516157"/>
            <a:ext cx="566928" cy="676656"/>
          </a:xfrm>
          <a:prstGeom prst="rect">
            <a:avLst/>
          </a:prstGeom>
          <a:solidFill>
            <a:srgbClr val="E5DEF1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7">
            <a:extLst>
              <a:ext uri="{FF2B5EF4-FFF2-40B4-BE49-F238E27FC236}">
                <a16:creationId xmlns:a16="http://schemas.microsoft.com/office/drawing/2014/main" id="{C0B4D9A5-E676-0488-491F-3643DBF29A1E}"/>
              </a:ext>
            </a:extLst>
          </p:cNvPr>
          <p:cNvSpPr/>
          <p:nvPr/>
        </p:nvSpPr>
        <p:spPr>
          <a:xfrm>
            <a:off x="4116324" y="2758473"/>
            <a:ext cx="192024" cy="192024"/>
          </a:xfrm>
          <a:prstGeom prst="ellipse">
            <a:avLst/>
          </a:prstGeom>
          <a:solidFill>
            <a:srgbClr val="FFFFFF"/>
          </a:solidFill>
          <a:ln w="24130">
            <a:solidFill>
              <a:srgbClr val="C75B3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D798F0A1-AA1C-1CCD-4C05-C8940703B379}"/>
              </a:ext>
            </a:extLst>
          </p:cNvPr>
          <p:cNvSpPr/>
          <p:nvPr/>
        </p:nvSpPr>
        <p:spPr>
          <a:xfrm>
            <a:off x="4166616" y="2854485"/>
            <a:ext cx="91440" cy="0"/>
          </a:xfrm>
          <a:prstGeom prst="line">
            <a:avLst/>
          </a:prstGeom>
          <a:noFill/>
          <a:ln w="2413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12AA9911-5870-0A0A-FBA4-C61F05022064}"/>
              </a:ext>
            </a:extLst>
          </p:cNvPr>
          <p:cNvSpPr/>
          <p:nvPr/>
        </p:nvSpPr>
        <p:spPr>
          <a:xfrm>
            <a:off x="4212336" y="2808765"/>
            <a:ext cx="0" cy="91440"/>
          </a:xfrm>
          <a:prstGeom prst="line">
            <a:avLst/>
          </a:prstGeom>
          <a:noFill/>
          <a:ln w="2413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30">
            <a:extLst>
              <a:ext uri="{FF2B5EF4-FFF2-40B4-BE49-F238E27FC236}">
                <a16:creationId xmlns:a16="http://schemas.microsoft.com/office/drawing/2014/main" id="{8092C41E-8ABD-FF0D-FABD-4FD677ED1BCF}"/>
              </a:ext>
            </a:extLst>
          </p:cNvPr>
          <p:cNvSpPr/>
          <p:nvPr/>
        </p:nvSpPr>
        <p:spPr>
          <a:xfrm>
            <a:off x="4212336" y="2580165"/>
            <a:ext cx="0" cy="178308"/>
          </a:xfrm>
          <a:prstGeom prst="line">
            <a:avLst/>
          </a:prstGeom>
          <a:noFill/>
          <a:ln w="22860">
            <a:solidFill>
              <a:srgbClr val="7C6AB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F8D58644-2533-A4F6-B79A-8E4BD1636ABD}"/>
              </a:ext>
            </a:extLst>
          </p:cNvPr>
          <p:cNvSpPr/>
          <p:nvPr/>
        </p:nvSpPr>
        <p:spPr>
          <a:xfrm>
            <a:off x="3755136" y="2349914"/>
            <a:ext cx="914400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150" b="1" i="1" baseline="-40000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150" b="1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(RC)</a:t>
            </a:r>
            <a:endParaRPr lang="en-US" sz="1150" dirty="0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5601A79E-E447-B72A-4BCF-3D52FCBFA2A2}"/>
              </a:ext>
            </a:extLst>
          </p:cNvPr>
          <p:cNvSpPr/>
          <p:nvPr/>
        </p:nvSpPr>
        <p:spPr>
          <a:xfrm>
            <a:off x="4504944" y="2644173"/>
            <a:ext cx="457200" cy="420624"/>
          </a:xfrm>
          <a:prstGeom prst="roundRect">
            <a:avLst>
              <a:gd name="adj" fmla="val 19565"/>
            </a:avLst>
          </a:prstGeom>
          <a:solidFill>
            <a:srgbClr val="FBF1D8"/>
          </a:solidFill>
          <a:ln w="1778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23D743EC-3D8E-19E1-6A2E-F63F981F28F4}"/>
              </a:ext>
            </a:extLst>
          </p:cNvPr>
          <p:cNvSpPr/>
          <p:nvPr/>
        </p:nvSpPr>
        <p:spPr>
          <a:xfrm>
            <a:off x="4596384" y="2964213"/>
            <a:ext cx="137160" cy="0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4">
            <a:extLst>
              <a:ext uri="{FF2B5EF4-FFF2-40B4-BE49-F238E27FC236}">
                <a16:creationId xmlns:a16="http://schemas.microsoft.com/office/drawing/2014/main" id="{301D8623-8F8C-A1D0-44BC-DBB383F0DC35}"/>
              </a:ext>
            </a:extLst>
          </p:cNvPr>
          <p:cNvSpPr/>
          <p:nvPr/>
        </p:nvSpPr>
        <p:spPr>
          <a:xfrm>
            <a:off x="4733544" y="2744757"/>
            <a:ext cx="0" cy="219456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5">
            <a:extLst>
              <a:ext uri="{FF2B5EF4-FFF2-40B4-BE49-F238E27FC236}">
                <a16:creationId xmlns:a16="http://schemas.microsoft.com/office/drawing/2014/main" id="{4ECD917F-4B91-7C70-9A94-2202BCCCCDC0}"/>
              </a:ext>
            </a:extLst>
          </p:cNvPr>
          <p:cNvSpPr/>
          <p:nvPr/>
        </p:nvSpPr>
        <p:spPr>
          <a:xfrm>
            <a:off x="4733544" y="2744757"/>
            <a:ext cx="137160" cy="0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D098AA6E-45B8-78F6-8CA2-FA6979EF2D31}"/>
              </a:ext>
            </a:extLst>
          </p:cNvPr>
          <p:cNvSpPr/>
          <p:nvPr/>
        </p:nvSpPr>
        <p:spPr>
          <a:xfrm>
            <a:off x="4047744" y="2854485"/>
            <a:ext cx="68580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B64A61C2-CAD3-80A4-4C88-28ABD709C6C1}"/>
              </a:ext>
            </a:extLst>
          </p:cNvPr>
          <p:cNvSpPr/>
          <p:nvPr/>
        </p:nvSpPr>
        <p:spPr>
          <a:xfrm>
            <a:off x="4308348" y="2854485"/>
            <a:ext cx="196596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C4634A49-F119-C124-C4FA-D5603FB28108}"/>
              </a:ext>
            </a:extLst>
          </p:cNvPr>
          <p:cNvSpPr/>
          <p:nvPr/>
        </p:nvSpPr>
        <p:spPr>
          <a:xfrm>
            <a:off x="4962144" y="2854485"/>
            <a:ext cx="237744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5DCFEA38-7416-6FA6-F659-E16980B6A5D6}"/>
              </a:ext>
            </a:extLst>
          </p:cNvPr>
          <p:cNvSpPr/>
          <p:nvPr/>
        </p:nvSpPr>
        <p:spPr>
          <a:xfrm>
            <a:off x="6498336" y="3214657"/>
            <a:ext cx="93268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400" b="1" i="1" baseline="30000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(1)</a:t>
            </a:r>
            <a:endParaRPr lang="en-US" sz="1400" dirty="0"/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CF046A47-4F47-7092-4C51-7E0D32F2AB40}"/>
              </a:ext>
            </a:extLst>
          </p:cNvPr>
          <p:cNvSpPr/>
          <p:nvPr/>
        </p:nvSpPr>
        <p:spPr>
          <a:xfrm>
            <a:off x="7357872" y="2699037"/>
            <a:ext cx="603504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F0B25643-0334-C4B4-8316-52C04D16016D}"/>
              </a:ext>
            </a:extLst>
          </p:cNvPr>
          <p:cNvSpPr/>
          <p:nvPr/>
        </p:nvSpPr>
        <p:spPr>
          <a:xfrm>
            <a:off x="7357872" y="2738915"/>
            <a:ext cx="60350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</a:t>
            </a:r>
            <a:r>
              <a:rPr lang="en-US" sz="1300" b="1" i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α</a:t>
            </a:r>
            <a:r>
              <a:rPr lang="en-US" sz="1300" b="1" i="1" baseline="-40000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3E30E21B-5B11-E277-86BE-2BD6B0137B1B}"/>
              </a:ext>
            </a:extLst>
          </p:cNvPr>
          <p:cNvSpPr/>
          <p:nvPr/>
        </p:nvSpPr>
        <p:spPr>
          <a:xfrm>
            <a:off x="7961376" y="2854485"/>
            <a:ext cx="182880" cy="0"/>
          </a:xfrm>
          <a:prstGeom prst="line">
            <a:avLst/>
          </a:prstGeom>
          <a:noFill/>
          <a:ln w="25400">
            <a:solidFill>
              <a:srgbClr val="C75B3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3">
            <a:extLst>
              <a:ext uri="{FF2B5EF4-FFF2-40B4-BE49-F238E27FC236}">
                <a16:creationId xmlns:a16="http://schemas.microsoft.com/office/drawing/2014/main" id="{A52C5405-CCE0-2B03-692F-F6E9016B086D}"/>
              </a:ext>
            </a:extLst>
          </p:cNvPr>
          <p:cNvSpPr/>
          <p:nvPr/>
        </p:nvSpPr>
        <p:spPr>
          <a:xfrm>
            <a:off x="2566416" y="3668301"/>
            <a:ext cx="1481328" cy="676656"/>
          </a:xfrm>
          <a:custGeom>
            <a:avLst/>
            <a:gdLst/>
            <a:ahLst/>
            <a:cxnLst/>
            <a:rect l="l" t="t" r="r" b="b"/>
            <a:pathLst>
              <a:path w="1481328" h="676656">
                <a:moveTo>
                  <a:pt x="0" y="0"/>
                </a:moveTo>
                <a:lnTo>
                  <a:pt x="1481328" y="219456"/>
                </a:lnTo>
                <a:lnTo>
                  <a:pt x="1481328" y="457200"/>
                </a:lnTo>
                <a:lnTo>
                  <a:pt x="0" y="676656"/>
                </a:lnTo>
                <a:close/>
              </a:path>
            </a:pathLst>
          </a:custGeom>
          <a:solidFill>
            <a:srgbClr val="F6D3BC"/>
          </a:solidFill>
          <a:ln w="1905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CB5A4996-B427-8C6C-8FCF-9673C764663B}"/>
              </a:ext>
            </a:extLst>
          </p:cNvPr>
          <p:cNvSpPr/>
          <p:nvPr/>
        </p:nvSpPr>
        <p:spPr>
          <a:xfrm>
            <a:off x="5199888" y="3668301"/>
            <a:ext cx="1481328" cy="676656"/>
          </a:xfrm>
          <a:custGeom>
            <a:avLst/>
            <a:gdLst/>
            <a:ahLst/>
            <a:cxnLst/>
            <a:rect l="l" t="t" r="r" b="b"/>
            <a:pathLst>
              <a:path w="1481328" h="676656">
                <a:moveTo>
                  <a:pt x="0" y="219456"/>
                </a:moveTo>
                <a:lnTo>
                  <a:pt x="1481328" y="0"/>
                </a:lnTo>
                <a:lnTo>
                  <a:pt x="1481328" y="676656"/>
                </a:lnTo>
                <a:lnTo>
                  <a:pt x="0" y="457200"/>
                </a:lnTo>
                <a:close/>
              </a:path>
            </a:pathLst>
          </a:custGeom>
          <a:solidFill>
            <a:srgbClr val="F6D3BC"/>
          </a:solidFill>
          <a:ln w="1905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Shape 45">
            <a:extLst>
              <a:ext uri="{FF2B5EF4-FFF2-40B4-BE49-F238E27FC236}">
                <a16:creationId xmlns:a16="http://schemas.microsoft.com/office/drawing/2014/main" id="{98DD94C0-9362-BB1D-3295-09304AADE336}"/>
              </a:ext>
            </a:extLst>
          </p:cNvPr>
          <p:cNvSpPr/>
          <p:nvPr/>
        </p:nvSpPr>
        <p:spPr>
          <a:xfrm>
            <a:off x="7248144" y="3586005"/>
            <a:ext cx="118872" cy="758952"/>
          </a:xfrm>
          <a:custGeom>
            <a:avLst/>
            <a:gdLst/>
            <a:ahLst/>
            <a:cxnLst/>
            <a:rect l="l" t="t" r="r" b="b"/>
            <a:pathLst>
              <a:path w="118872" h="758952">
                <a:moveTo>
                  <a:pt x="0" y="82296"/>
                </a:moveTo>
                <a:lnTo>
                  <a:pt x="118872" y="0"/>
                </a:lnTo>
                <a:lnTo>
                  <a:pt x="118872" y="676656"/>
                </a:lnTo>
                <a:lnTo>
                  <a:pt x="0" y="758952"/>
                </a:lnTo>
                <a:close/>
              </a:path>
            </a:pathLst>
          </a:custGeom>
          <a:solidFill>
            <a:srgbClr val="D0C6E6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6">
            <a:extLst>
              <a:ext uri="{FF2B5EF4-FFF2-40B4-BE49-F238E27FC236}">
                <a16:creationId xmlns:a16="http://schemas.microsoft.com/office/drawing/2014/main" id="{0D0BFC20-8C84-37E1-9D3A-A093DD82C941}"/>
              </a:ext>
            </a:extLst>
          </p:cNvPr>
          <p:cNvSpPr/>
          <p:nvPr/>
        </p:nvSpPr>
        <p:spPr>
          <a:xfrm>
            <a:off x="6681216" y="3586005"/>
            <a:ext cx="685800" cy="82296"/>
          </a:xfrm>
          <a:custGeom>
            <a:avLst/>
            <a:gdLst/>
            <a:ahLst/>
            <a:cxnLst/>
            <a:rect l="l" t="t" r="r" b="b"/>
            <a:pathLst>
              <a:path w="685800" h="82296">
                <a:moveTo>
                  <a:pt x="0" y="82296"/>
                </a:moveTo>
                <a:lnTo>
                  <a:pt x="566928" y="82296"/>
                </a:lnTo>
                <a:lnTo>
                  <a:pt x="685800" y="0"/>
                </a:lnTo>
                <a:lnTo>
                  <a:pt x="118872" y="0"/>
                </a:lnTo>
                <a:close/>
              </a:path>
            </a:pathLst>
          </a:custGeom>
          <a:solidFill>
            <a:srgbClr val="F0ECF8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38DCC0F6-0DF9-E16F-1CFA-1BCC6F2EFDC2}"/>
              </a:ext>
            </a:extLst>
          </p:cNvPr>
          <p:cNvSpPr/>
          <p:nvPr/>
        </p:nvSpPr>
        <p:spPr>
          <a:xfrm>
            <a:off x="6681216" y="3668301"/>
            <a:ext cx="566928" cy="676656"/>
          </a:xfrm>
          <a:prstGeom prst="rect">
            <a:avLst/>
          </a:prstGeom>
          <a:solidFill>
            <a:srgbClr val="E5DEF1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8">
            <a:extLst>
              <a:ext uri="{FF2B5EF4-FFF2-40B4-BE49-F238E27FC236}">
                <a16:creationId xmlns:a16="http://schemas.microsoft.com/office/drawing/2014/main" id="{12C29D43-83C6-69CF-C45C-6DF674BDA1D9}"/>
              </a:ext>
            </a:extLst>
          </p:cNvPr>
          <p:cNvSpPr/>
          <p:nvPr/>
        </p:nvSpPr>
        <p:spPr>
          <a:xfrm>
            <a:off x="4116324" y="3910617"/>
            <a:ext cx="192024" cy="192024"/>
          </a:xfrm>
          <a:prstGeom prst="ellipse">
            <a:avLst/>
          </a:prstGeom>
          <a:solidFill>
            <a:srgbClr val="FFFFFF"/>
          </a:solidFill>
          <a:ln w="24130">
            <a:solidFill>
              <a:srgbClr val="C75B3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9">
            <a:extLst>
              <a:ext uri="{FF2B5EF4-FFF2-40B4-BE49-F238E27FC236}">
                <a16:creationId xmlns:a16="http://schemas.microsoft.com/office/drawing/2014/main" id="{CE8C125B-6E69-0151-99A9-F7679E1B805F}"/>
              </a:ext>
            </a:extLst>
          </p:cNvPr>
          <p:cNvSpPr/>
          <p:nvPr/>
        </p:nvSpPr>
        <p:spPr>
          <a:xfrm>
            <a:off x="4166616" y="4006629"/>
            <a:ext cx="91440" cy="0"/>
          </a:xfrm>
          <a:prstGeom prst="line">
            <a:avLst/>
          </a:prstGeom>
          <a:noFill/>
          <a:ln w="2413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070CF7B3-FC55-13A1-7C98-4FE8E430AE7D}"/>
              </a:ext>
            </a:extLst>
          </p:cNvPr>
          <p:cNvSpPr/>
          <p:nvPr/>
        </p:nvSpPr>
        <p:spPr>
          <a:xfrm>
            <a:off x="4212336" y="3960909"/>
            <a:ext cx="0" cy="91440"/>
          </a:xfrm>
          <a:prstGeom prst="line">
            <a:avLst/>
          </a:prstGeom>
          <a:noFill/>
          <a:ln w="2413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DB420835-3955-1E79-993E-0C9C02132079}"/>
              </a:ext>
            </a:extLst>
          </p:cNvPr>
          <p:cNvSpPr/>
          <p:nvPr/>
        </p:nvSpPr>
        <p:spPr>
          <a:xfrm>
            <a:off x="4212336" y="3732309"/>
            <a:ext cx="0" cy="178308"/>
          </a:xfrm>
          <a:prstGeom prst="line">
            <a:avLst/>
          </a:prstGeom>
          <a:noFill/>
          <a:ln w="22860">
            <a:solidFill>
              <a:srgbClr val="7C6AB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52">
            <a:extLst>
              <a:ext uri="{FF2B5EF4-FFF2-40B4-BE49-F238E27FC236}">
                <a16:creationId xmlns:a16="http://schemas.microsoft.com/office/drawing/2014/main" id="{E494E50E-56EF-D89D-2D5D-6A98B2F1764D}"/>
              </a:ext>
            </a:extLst>
          </p:cNvPr>
          <p:cNvSpPr/>
          <p:nvPr/>
        </p:nvSpPr>
        <p:spPr>
          <a:xfrm>
            <a:off x="3755136" y="3502058"/>
            <a:ext cx="914400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150" b="1" i="1" baseline="-40000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150" b="1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(RC)</a:t>
            </a:r>
            <a:endParaRPr lang="en-US" sz="1150" dirty="0"/>
          </a:p>
        </p:txBody>
      </p:sp>
      <p:sp>
        <p:nvSpPr>
          <p:cNvPr id="52" name="Shape 53">
            <a:extLst>
              <a:ext uri="{FF2B5EF4-FFF2-40B4-BE49-F238E27FC236}">
                <a16:creationId xmlns:a16="http://schemas.microsoft.com/office/drawing/2014/main" id="{B92E7163-CA19-2AEB-A08B-D8189B61D9AF}"/>
              </a:ext>
            </a:extLst>
          </p:cNvPr>
          <p:cNvSpPr/>
          <p:nvPr/>
        </p:nvSpPr>
        <p:spPr>
          <a:xfrm>
            <a:off x="4504944" y="3796317"/>
            <a:ext cx="457200" cy="420624"/>
          </a:xfrm>
          <a:prstGeom prst="roundRect">
            <a:avLst>
              <a:gd name="adj" fmla="val 19565"/>
            </a:avLst>
          </a:prstGeom>
          <a:solidFill>
            <a:srgbClr val="FBF1D8"/>
          </a:solidFill>
          <a:ln w="1778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4">
            <a:extLst>
              <a:ext uri="{FF2B5EF4-FFF2-40B4-BE49-F238E27FC236}">
                <a16:creationId xmlns:a16="http://schemas.microsoft.com/office/drawing/2014/main" id="{C7D193A0-4F40-0EE3-A052-2C77ABF1F28A}"/>
              </a:ext>
            </a:extLst>
          </p:cNvPr>
          <p:cNvSpPr/>
          <p:nvPr/>
        </p:nvSpPr>
        <p:spPr>
          <a:xfrm>
            <a:off x="4596384" y="4116357"/>
            <a:ext cx="137160" cy="0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Shape 55">
            <a:extLst>
              <a:ext uri="{FF2B5EF4-FFF2-40B4-BE49-F238E27FC236}">
                <a16:creationId xmlns:a16="http://schemas.microsoft.com/office/drawing/2014/main" id="{965C692D-20EC-EF43-72BC-22422AB103BC}"/>
              </a:ext>
            </a:extLst>
          </p:cNvPr>
          <p:cNvSpPr/>
          <p:nvPr/>
        </p:nvSpPr>
        <p:spPr>
          <a:xfrm>
            <a:off x="4733544" y="3896901"/>
            <a:ext cx="0" cy="219456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6">
            <a:extLst>
              <a:ext uri="{FF2B5EF4-FFF2-40B4-BE49-F238E27FC236}">
                <a16:creationId xmlns:a16="http://schemas.microsoft.com/office/drawing/2014/main" id="{BC3287D1-21BE-D299-416E-9A02DD112AED}"/>
              </a:ext>
            </a:extLst>
          </p:cNvPr>
          <p:cNvSpPr/>
          <p:nvPr/>
        </p:nvSpPr>
        <p:spPr>
          <a:xfrm>
            <a:off x="4733544" y="3896901"/>
            <a:ext cx="137160" cy="0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57">
            <a:extLst>
              <a:ext uri="{FF2B5EF4-FFF2-40B4-BE49-F238E27FC236}">
                <a16:creationId xmlns:a16="http://schemas.microsoft.com/office/drawing/2014/main" id="{04F67B4C-8C69-67B3-B215-A2FB495D35B5}"/>
              </a:ext>
            </a:extLst>
          </p:cNvPr>
          <p:cNvSpPr/>
          <p:nvPr/>
        </p:nvSpPr>
        <p:spPr>
          <a:xfrm>
            <a:off x="4047744" y="4006629"/>
            <a:ext cx="68580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8">
            <a:extLst>
              <a:ext uri="{FF2B5EF4-FFF2-40B4-BE49-F238E27FC236}">
                <a16:creationId xmlns:a16="http://schemas.microsoft.com/office/drawing/2014/main" id="{D33FD116-4B49-6767-224A-9C0054F389AE}"/>
              </a:ext>
            </a:extLst>
          </p:cNvPr>
          <p:cNvSpPr/>
          <p:nvPr/>
        </p:nvSpPr>
        <p:spPr>
          <a:xfrm>
            <a:off x="4308348" y="4006629"/>
            <a:ext cx="196596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Shape 59">
            <a:extLst>
              <a:ext uri="{FF2B5EF4-FFF2-40B4-BE49-F238E27FC236}">
                <a16:creationId xmlns:a16="http://schemas.microsoft.com/office/drawing/2014/main" id="{51A1D2BB-B9FE-4211-B0EF-787CE6477DE3}"/>
              </a:ext>
            </a:extLst>
          </p:cNvPr>
          <p:cNvSpPr/>
          <p:nvPr/>
        </p:nvSpPr>
        <p:spPr>
          <a:xfrm>
            <a:off x="4962144" y="4006629"/>
            <a:ext cx="237744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60">
            <a:extLst>
              <a:ext uri="{FF2B5EF4-FFF2-40B4-BE49-F238E27FC236}">
                <a16:creationId xmlns:a16="http://schemas.microsoft.com/office/drawing/2014/main" id="{E6903FEB-B6ED-6C76-933A-22D140071D3E}"/>
              </a:ext>
            </a:extLst>
          </p:cNvPr>
          <p:cNvSpPr/>
          <p:nvPr/>
        </p:nvSpPr>
        <p:spPr>
          <a:xfrm>
            <a:off x="6498336" y="4366801"/>
            <a:ext cx="93268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400" b="1" i="1" baseline="30000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(2)</a:t>
            </a:r>
            <a:endParaRPr lang="en-US" sz="1400" dirty="0"/>
          </a:p>
        </p:txBody>
      </p:sp>
      <p:sp>
        <p:nvSpPr>
          <p:cNvPr id="60" name="Shape 61">
            <a:extLst>
              <a:ext uri="{FF2B5EF4-FFF2-40B4-BE49-F238E27FC236}">
                <a16:creationId xmlns:a16="http://schemas.microsoft.com/office/drawing/2014/main" id="{032BA977-67E6-7D9B-B97F-6821133C2E92}"/>
              </a:ext>
            </a:extLst>
          </p:cNvPr>
          <p:cNvSpPr/>
          <p:nvPr/>
        </p:nvSpPr>
        <p:spPr>
          <a:xfrm>
            <a:off x="7357872" y="3851181"/>
            <a:ext cx="603504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62">
            <a:extLst>
              <a:ext uri="{FF2B5EF4-FFF2-40B4-BE49-F238E27FC236}">
                <a16:creationId xmlns:a16="http://schemas.microsoft.com/office/drawing/2014/main" id="{5BEBE1A3-05A2-8FC5-F0F8-103B4985D04D}"/>
              </a:ext>
            </a:extLst>
          </p:cNvPr>
          <p:cNvSpPr/>
          <p:nvPr/>
        </p:nvSpPr>
        <p:spPr>
          <a:xfrm>
            <a:off x="7357872" y="3891059"/>
            <a:ext cx="60350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</a:t>
            </a:r>
            <a:r>
              <a:rPr lang="en-US" sz="1300" b="1" i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α</a:t>
            </a:r>
            <a:r>
              <a:rPr lang="en-US" sz="1300" b="1" i="1" baseline="-40000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62" name="Shape 63">
            <a:extLst>
              <a:ext uri="{FF2B5EF4-FFF2-40B4-BE49-F238E27FC236}">
                <a16:creationId xmlns:a16="http://schemas.microsoft.com/office/drawing/2014/main" id="{78D4EE5E-7DD6-B027-3F1B-E5F9F80336F5}"/>
              </a:ext>
            </a:extLst>
          </p:cNvPr>
          <p:cNvSpPr/>
          <p:nvPr/>
        </p:nvSpPr>
        <p:spPr>
          <a:xfrm>
            <a:off x="7961376" y="4006629"/>
            <a:ext cx="182880" cy="0"/>
          </a:xfrm>
          <a:prstGeom prst="line">
            <a:avLst/>
          </a:prstGeom>
          <a:noFill/>
          <a:ln w="25400">
            <a:solidFill>
              <a:srgbClr val="C75B3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4">
            <a:extLst>
              <a:ext uri="{FF2B5EF4-FFF2-40B4-BE49-F238E27FC236}">
                <a16:creationId xmlns:a16="http://schemas.microsoft.com/office/drawing/2014/main" id="{AF0A448C-B383-009D-8746-98072490357C}"/>
              </a:ext>
            </a:extLst>
          </p:cNvPr>
          <p:cNvSpPr/>
          <p:nvPr/>
        </p:nvSpPr>
        <p:spPr>
          <a:xfrm>
            <a:off x="2566416" y="4820445"/>
            <a:ext cx="1481328" cy="676656"/>
          </a:xfrm>
          <a:custGeom>
            <a:avLst/>
            <a:gdLst/>
            <a:ahLst/>
            <a:cxnLst/>
            <a:rect l="l" t="t" r="r" b="b"/>
            <a:pathLst>
              <a:path w="1481328" h="676656">
                <a:moveTo>
                  <a:pt x="0" y="0"/>
                </a:moveTo>
                <a:lnTo>
                  <a:pt x="1481328" y="219456"/>
                </a:lnTo>
                <a:lnTo>
                  <a:pt x="1481328" y="457200"/>
                </a:lnTo>
                <a:lnTo>
                  <a:pt x="0" y="676656"/>
                </a:lnTo>
                <a:close/>
              </a:path>
            </a:pathLst>
          </a:custGeom>
          <a:solidFill>
            <a:srgbClr val="F6D3BC"/>
          </a:solidFill>
          <a:ln w="1905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Shape 65">
            <a:extLst>
              <a:ext uri="{FF2B5EF4-FFF2-40B4-BE49-F238E27FC236}">
                <a16:creationId xmlns:a16="http://schemas.microsoft.com/office/drawing/2014/main" id="{5F1F8A81-02FA-DD0F-BB26-176B33C8A5B5}"/>
              </a:ext>
            </a:extLst>
          </p:cNvPr>
          <p:cNvSpPr/>
          <p:nvPr/>
        </p:nvSpPr>
        <p:spPr>
          <a:xfrm>
            <a:off x="5199888" y="4820445"/>
            <a:ext cx="1481328" cy="676656"/>
          </a:xfrm>
          <a:custGeom>
            <a:avLst/>
            <a:gdLst/>
            <a:ahLst/>
            <a:cxnLst/>
            <a:rect l="l" t="t" r="r" b="b"/>
            <a:pathLst>
              <a:path w="1481328" h="676656">
                <a:moveTo>
                  <a:pt x="0" y="219456"/>
                </a:moveTo>
                <a:lnTo>
                  <a:pt x="1481328" y="0"/>
                </a:lnTo>
                <a:lnTo>
                  <a:pt x="1481328" y="676656"/>
                </a:lnTo>
                <a:lnTo>
                  <a:pt x="0" y="457200"/>
                </a:lnTo>
                <a:close/>
              </a:path>
            </a:pathLst>
          </a:custGeom>
          <a:solidFill>
            <a:srgbClr val="F6D3BC"/>
          </a:solidFill>
          <a:ln w="1905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Shape 66">
            <a:extLst>
              <a:ext uri="{FF2B5EF4-FFF2-40B4-BE49-F238E27FC236}">
                <a16:creationId xmlns:a16="http://schemas.microsoft.com/office/drawing/2014/main" id="{63EF1DA8-F70A-6B41-C1D1-C380F38C34DE}"/>
              </a:ext>
            </a:extLst>
          </p:cNvPr>
          <p:cNvSpPr/>
          <p:nvPr/>
        </p:nvSpPr>
        <p:spPr>
          <a:xfrm>
            <a:off x="7248144" y="4738149"/>
            <a:ext cx="118872" cy="758952"/>
          </a:xfrm>
          <a:custGeom>
            <a:avLst/>
            <a:gdLst/>
            <a:ahLst/>
            <a:cxnLst/>
            <a:rect l="l" t="t" r="r" b="b"/>
            <a:pathLst>
              <a:path w="118872" h="758952">
                <a:moveTo>
                  <a:pt x="0" y="82296"/>
                </a:moveTo>
                <a:lnTo>
                  <a:pt x="118872" y="0"/>
                </a:lnTo>
                <a:lnTo>
                  <a:pt x="118872" y="676656"/>
                </a:lnTo>
                <a:lnTo>
                  <a:pt x="0" y="758952"/>
                </a:lnTo>
                <a:close/>
              </a:path>
            </a:pathLst>
          </a:custGeom>
          <a:solidFill>
            <a:srgbClr val="D0C6E6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Shape 67">
            <a:extLst>
              <a:ext uri="{FF2B5EF4-FFF2-40B4-BE49-F238E27FC236}">
                <a16:creationId xmlns:a16="http://schemas.microsoft.com/office/drawing/2014/main" id="{BB83BC79-7556-4046-287C-11C6A685717F}"/>
              </a:ext>
            </a:extLst>
          </p:cNvPr>
          <p:cNvSpPr/>
          <p:nvPr/>
        </p:nvSpPr>
        <p:spPr>
          <a:xfrm>
            <a:off x="6681216" y="4738149"/>
            <a:ext cx="685800" cy="82296"/>
          </a:xfrm>
          <a:custGeom>
            <a:avLst/>
            <a:gdLst/>
            <a:ahLst/>
            <a:cxnLst/>
            <a:rect l="l" t="t" r="r" b="b"/>
            <a:pathLst>
              <a:path w="685800" h="82296">
                <a:moveTo>
                  <a:pt x="0" y="82296"/>
                </a:moveTo>
                <a:lnTo>
                  <a:pt x="566928" y="82296"/>
                </a:lnTo>
                <a:lnTo>
                  <a:pt x="685800" y="0"/>
                </a:lnTo>
                <a:lnTo>
                  <a:pt x="118872" y="0"/>
                </a:lnTo>
                <a:close/>
              </a:path>
            </a:pathLst>
          </a:custGeom>
          <a:solidFill>
            <a:srgbClr val="F0ECF8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Shape 68">
            <a:extLst>
              <a:ext uri="{FF2B5EF4-FFF2-40B4-BE49-F238E27FC236}">
                <a16:creationId xmlns:a16="http://schemas.microsoft.com/office/drawing/2014/main" id="{DE02CE12-74F9-9141-956B-F27B95071FFA}"/>
              </a:ext>
            </a:extLst>
          </p:cNvPr>
          <p:cNvSpPr/>
          <p:nvPr/>
        </p:nvSpPr>
        <p:spPr>
          <a:xfrm>
            <a:off x="6681216" y="4820445"/>
            <a:ext cx="566928" cy="676656"/>
          </a:xfrm>
          <a:prstGeom prst="rect">
            <a:avLst/>
          </a:prstGeom>
          <a:solidFill>
            <a:srgbClr val="E5DEF1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Shape 69">
            <a:extLst>
              <a:ext uri="{FF2B5EF4-FFF2-40B4-BE49-F238E27FC236}">
                <a16:creationId xmlns:a16="http://schemas.microsoft.com/office/drawing/2014/main" id="{5860E108-316F-525C-564F-1DBDA2D66A0C}"/>
              </a:ext>
            </a:extLst>
          </p:cNvPr>
          <p:cNvSpPr/>
          <p:nvPr/>
        </p:nvSpPr>
        <p:spPr>
          <a:xfrm>
            <a:off x="4116324" y="5062761"/>
            <a:ext cx="192024" cy="192024"/>
          </a:xfrm>
          <a:prstGeom prst="ellipse">
            <a:avLst/>
          </a:prstGeom>
          <a:solidFill>
            <a:srgbClr val="FFFFFF"/>
          </a:solidFill>
          <a:ln w="24130">
            <a:solidFill>
              <a:srgbClr val="C75B3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9" name="Shape 70">
            <a:extLst>
              <a:ext uri="{FF2B5EF4-FFF2-40B4-BE49-F238E27FC236}">
                <a16:creationId xmlns:a16="http://schemas.microsoft.com/office/drawing/2014/main" id="{396A25E9-9058-6BFF-3BB9-F0C66D752438}"/>
              </a:ext>
            </a:extLst>
          </p:cNvPr>
          <p:cNvSpPr/>
          <p:nvPr/>
        </p:nvSpPr>
        <p:spPr>
          <a:xfrm>
            <a:off x="4166616" y="5158773"/>
            <a:ext cx="91440" cy="0"/>
          </a:xfrm>
          <a:prstGeom prst="line">
            <a:avLst/>
          </a:prstGeom>
          <a:noFill/>
          <a:ln w="2413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Shape 71">
            <a:extLst>
              <a:ext uri="{FF2B5EF4-FFF2-40B4-BE49-F238E27FC236}">
                <a16:creationId xmlns:a16="http://schemas.microsoft.com/office/drawing/2014/main" id="{E1FD0209-35CC-B56C-AAA8-F8FA6F7C3EEF}"/>
              </a:ext>
            </a:extLst>
          </p:cNvPr>
          <p:cNvSpPr/>
          <p:nvPr/>
        </p:nvSpPr>
        <p:spPr>
          <a:xfrm>
            <a:off x="4212336" y="5113053"/>
            <a:ext cx="0" cy="91440"/>
          </a:xfrm>
          <a:prstGeom prst="line">
            <a:avLst/>
          </a:prstGeom>
          <a:noFill/>
          <a:ln w="2413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Shape 72">
            <a:extLst>
              <a:ext uri="{FF2B5EF4-FFF2-40B4-BE49-F238E27FC236}">
                <a16:creationId xmlns:a16="http://schemas.microsoft.com/office/drawing/2014/main" id="{689FEEBF-24DE-BDB4-32D0-73F59B583748}"/>
              </a:ext>
            </a:extLst>
          </p:cNvPr>
          <p:cNvSpPr/>
          <p:nvPr/>
        </p:nvSpPr>
        <p:spPr>
          <a:xfrm>
            <a:off x="4212336" y="4884453"/>
            <a:ext cx="0" cy="178308"/>
          </a:xfrm>
          <a:prstGeom prst="line">
            <a:avLst/>
          </a:prstGeom>
          <a:noFill/>
          <a:ln w="22860">
            <a:solidFill>
              <a:srgbClr val="7C6AB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73">
            <a:extLst>
              <a:ext uri="{FF2B5EF4-FFF2-40B4-BE49-F238E27FC236}">
                <a16:creationId xmlns:a16="http://schemas.microsoft.com/office/drawing/2014/main" id="{E47E6A63-8B9B-50D0-D6E2-A8657E338774}"/>
              </a:ext>
            </a:extLst>
          </p:cNvPr>
          <p:cNvSpPr/>
          <p:nvPr/>
        </p:nvSpPr>
        <p:spPr>
          <a:xfrm>
            <a:off x="3755136" y="4654202"/>
            <a:ext cx="914400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150" b="1" i="1" baseline="-40000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150" b="1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(RC)</a:t>
            </a:r>
            <a:endParaRPr lang="en-US" sz="1150" dirty="0"/>
          </a:p>
        </p:txBody>
      </p:sp>
      <p:sp>
        <p:nvSpPr>
          <p:cNvPr id="74" name="Shape 74">
            <a:extLst>
              <a:ext uri="{FF2B5EF4-FFF2-40B4-BE49-F238E27FC236}">
                <a16:creationId xmlns:a16="http://schemas.microsoft.com/office/drawing/2014/main" id="{227FDC2B-C6FB-4675-E2BB-9756A9ABF458}"/>
              </a:ext>
            </a:extLst>
          </p:cNvPr>
          <p:cNvSpPr/>
          <p:nvPr/>
        </p:nvSpPr>
        <p:spPr>
          <a:xfrm>
            <a:off x="4504944" y="4948461"/>
            <a:ext cx="457200" cy="420624"/>
          </a:xfrm>
          <a:prstGeom prst="roundRect">
            <a:avLst>
              <a:gd name="adj" fmla="val 19565"/>
            </a:avLst>
          </a:prstGeom>
          <a:solidFill>
            <a:srgbClr val="FBF1D8"/>
          </a:solidFill>
          <a:ln w="1778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EAECA4F8-50D7-096A-19C0-9C4478B7882F}"/>
              </a:ext>
            </a:extLst>
          </p:cNvPr>
          <p:cNvSpPr/>
          <p:nvPr/>
        </p:nvSpPr>
        <p:spPr>
          <a:xfrm>
            <a:off x="4596384" y="5268501"/>
            <a:ext cx="137160" cy="0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04C3F793-C2A0-58BC-1EF0-F5572DC91147}"/>
              </a:ext>
            </a:extLst>
          </p:cNvPr>
          <p:cNvSpPr/>
          <p:nvPr/>
        </p:nvSpPr>
        <p:spPr>
          <a:xfrm>
            <a:off x="4733544" y="5049045"/>
            <a:ext cx="0" cy="219456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46C86371-BDA2-BBE5-F02E-9B738B0B6B5C}"/>
              </a:ext>
            </a:extLst>
          </p:cNvPr>
          <p:cNvSpPr/>
          <p:nvPr/>
        </p:nvSpPr>
        <p:spPr>
          <a:xfrm>
            <a:off x="4733544" y="5049045"/>
            <a:ext cx="137160" cy="0"/>
          </a:xfrm>
          <a:prstGeom prst="line">
            <a:avLst/>
          </a:prstGeom>
          <a:noFill/>
          <a:ln w="254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861E5347-D427-D8FC-735D-9D5D99434EF7}"/>
              </a:ext>
            </a:extLst>
          </p:cNvPr>
          <p:cNvSpPr/>
          <p:nvPr/>
        </p:nvSpPr>
        <p:spPr>
          <a:xfrm>
            <a:off x="4047744" y="5158773"/>
            <a:ext cx="68580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26DB9EF4-91A3-33AC-96EC-F59A38AB4AA9}"/>
              </a:ext>
            </a:extLst>
          </p:cNvPr>
          <p:cNvSpPr/>
          <p:nvPr/>
        </p:nvSpPr>
        <p:spPr>
          <a:xfrm>
            <a:off x="4308348" y="5158773"/>
            <a:ext cx="196596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1896B998-438B-85AD-24A1-0BE3949FC1B4}"/>
              </a:ext>
            </a:extLst>
          </p:cNvPr>
          <p:cNvSpPr/>
          <p:nvPr/>
        </p:nvSpPr>
        <p:spPr>
          <a:xfrm>
            <a:off x="4962144" y="5158773"/>
            <a:ext cx="237744" cy="0"/>
          </a:xfrm>
          <a:prstGeom prst="line">
            <a:avLst/>
          </a:prstGeom>
          <a:noFill/>
          <a:ln w="2413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56C730CA-75AE-A08C-6A1C-69855716A43D}"/>
              </a:ext>
            </a:extLst>
          </p:cNvPr>
          <p:cNvSpPr/>
          <p:nvPr/>
        </p:nvSpPr>
        <p:spPr>
          <a:xfrm>
            <a:off x="6498336" y="5518945"/>
            <a:ext cx="932688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400" b="1" i="1" baseline="30000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(M)</a:t>
            </a:r>
            <a:endParaRPr lang="en-US" sz="1400" dirty="0"/>
          </a:p>
        </p:txBody>
      </p:sp>
      <p:sp>
        <p:nvSpPr>
          <p:cNvPr id="88" name="Shape 82">
            <a:extLst>
              <a:ext uri="{FF2B5EF4-FFF2-40B4-BE49-F238E27FC236}">
                <a16:creationId xmlns:a16="http://schemas.microsoft.com/office/drawing/2014/main" id="{C9B67222-21A5-56BA-7230-868943C44C3B}"/>
              </a:ext>
            </a:extLst>
          </p:cNvPr>
          <p:cNvSpPr/>
          <p:nvPr/>
        </p:nvSpPr>
        <p:spPr>
          <a:xfrm>
            <a:off x="7357872" y="5003325"/>
            <a:ext cx="603504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5240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Text 83">
            <a:extLst>
              <a:ext uri="{FF2B5EF4-FFF2-40B4-BE49-F238E27FC236}">
                <a16:creationId xmlns:a16="http://schemas.microsoft.com/office/drawing/2014/main" id="{7992C525-FB96-AD8C-19D7-FDBBCCEA149E}"/>
              </a:ext>
            </a:extLst>
          </p:cNvPr>
          <p:cNvSpPr/>
          <p:nvPr/>
        </p:nvSpPr>
        <p:spPr>
          <a:xfrm>
            <a:off x="7357872" y="5043203"/>
            <a:ext cx="603504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</a:t>
            </a:r>
            <a:r>
              <a:rPr lang="en-US" sz="1300" b="1" i="1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α</a:t>
            </a:r>
            <a:r>
              <a:rPr lang="en-US" sz="1300" b="1" i="1" baseline="-40000" dirty="0">
                <a:solidFill>
                  <a:srgbClr val="6E5F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endParaRPr lang="en-US" sz="1300" dirty="0"/>
          </a:p>
        </p:txBody>
      </p:sp>
      <p:sp>
        <p:nvSpPr>
          <p:cNvPr id="118" name="Shape 84">
            <a:extLst>
              <a:ext uri="{FF2B5EF4-FFF2-40B4-BE49-F238E27FC236}">
                <a16:creationId xmlns:a16="http://schemas.microsoft.com/office/drawing/2014/main" id="{E7F44083-A468-7D1A-4D25-DDEC307436CB}"/>
              </a:ext>
            </a:extLst>
          </p:cNvPr>
          <p:cNvSpPr/>
          <p:nvPr/>
        </p:nvSpPr>
        <p:spPr>
          <a:xfrm>
            <a:off x="7961376" y="5158773"/>
            <a:ext cx="182880" cy="0"/>
          </a:xfrm>
          <a:prstGeom prst="line">
            <a:avLst/>
          </a:prstGeom>
          <a:noFill/>
          <a:ln w="25400">
            <a:solidFill>
              <a:srgbClr val="C75B3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Text 85">
            <a:extLst>
              <a:ext uri="{FF2B5EF4-FFF2-40B4-BE49-F238E27FC236}">
                <a16:creationId xmlns:a16="http://schemas.microsoft.com/office/drawing/2014/main" id="{DD2E4D05-CB0C-CB9C-CDD1-5AC0F4C05CF7}"/>
              </a:ext>
            </a:extLst>
          </p:cNvPr>
          <p:cNvSpPr/>
          <p:nvPr/>
        </p:nvSpPr>
        <p:spPr>
          <a:xfrm>
            <a:off x="2566416" y="4386613"/>
            <a:ext cx="411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⋮</a:t>
            </a:r>
            <a:endParaRPr lang="en-US" sz="2000" dirty="0"/>
          </a:p>
        </p:txBody>
      </p:sp>
      <p:sp>
        <p:nvSpPr>
          <p:cNvPr id="120" name="Text 86">
            <a:extLst>
              <a:ext uri="{FF2B5EF4-FFF2-40B4-BE49-F238E27FC236}">
                <a16:creationId xmlns:a16="http://schemas.microsoft.com/office/drawing/2014/main" id="{AA876F65-942B-E717-23FC-75B9B4765D49}"/>
              </a:ext>
            </a:extLst>
          </p:cNvPr>
          <p:cNvSpPr/>
          <p:nvPr/>
        </p:nvSpPr>
        <p:spPr>
          <a:xfrm>
            <a:off x="3956304" y="3209450"/>
            <a:ext cx="1554480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50" baseline="-4000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15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C</a:t>
            </a:r>
            <a:r>
              <a:rPr lang="en-US" sz="1150" baseline="-4000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</a:t>
            </a:r>
            <a:r>
              <a:rPr lang="en-US" sz="115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4</a:t>
            </a:r>
            <a:endParaRPr lang="en-US" sz="1150" dirty="0"/>
          </a:p>
        </p:txBody>
      </p:sp>
      <p:sp>
        <p:nvSpPr>
          <p:cNvPr id="121" name="Shape 87">
            <a:extLst>
              <a:ext uri="{FF2B5EF4-FFF2-40B4-BE49-F238E27FC236}">
                <a16:creationId xmlns:a16="http://schemas.microsoft.com/office/drawing/2014/main" id="{91741A11-E030-67A7-EC7A-1C5DE0034EF3}"/>
              </a:ext>
            </a:extLst>
          </p:cNvPr>
          <p:cNvSpPr/>
          <p:nvPr/>
        </p:nvSpPr>
        <p:spPr>
          <a:xfrm>
            <a:off x="8144256" y="2854485"/>
            <a:ext cx="0" cy="2304288"/>
          </a:xfrm>
          <a:prstGeom prst="line">
            <a:avLst/>
          </a:prstGeom>
          <a:noFill/>
          <a:ln w="3048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Shape 88">
            <a:extLst>
              <a:ext uri="{FF2B5EF4-FFF2-40B4-BE49-F238E27FC236}">
                <a16:creationId xmlns:a16="http://schemas.microsoft.com/office/drawing/2014/main" id="{859289B4-A592-0896-A98B-A6E3BDA96C8B}"/>
              </a:ext>
            </a:extLst>
          </p:cNvPr>
          <p:cNvSpPr/>
          <p:nvPr/>
        </p:nvSpPr>
        <p:spPr>
          <a:xfrm>
            <a:off x="8144256" y="4006629"/>
            <a:ext cx="274320" cy="0"/>
          </a:xfrm>
          <a:prstGeom prst="line">
            <a:avLst/>
          </a:prstGeom>
          <a:noFill/>
          <a:ln w="27940">
            <a:solidFill>
              <a:srgbClr val="C75B3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Shape 89">
            <a:extLst>
              <a:ext uri="{FF2B5EF4-FFF2-40B4-BE49-F238E27FC236}">
                <a16:creationId xmlns:a16="http://schemas.microsoft.com/office/drawing/2014/main" id="{FCF2E1FD-F1ED-6CF8-EFBD-438FEBD32178}"/>
              </a:ext>
            </a:extLst>
          </p:cNvPr>
          <p:cNvSpPr/>
          <p:nvPr/>
        </p:nvSpPr>
        <p:spPr>
          <a:xfrm>
            <a:off x="8418576" y="3677445"/>
            <a:ext cx="658368" cy="658368"/>
          </a:xfrm>
          <a:prstGeom prst="ellipse">
            <a:avLst/>
          </a:prstGeom>
          <a:solidFill>
            <a:srgbClr val="FFFFFF"/>
          </a:solidFill>
          <a:ln w="24130">
            <a:solidFill>
              <a:srgbClr val="C75B3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4" name="Text 90">
            <a:extLst>
              <a:ext uri="{FF2B5EF4-FFF2-40B4-BE49-F238E27FC236}">
                <a16:creationId xmlns:a16="http://schemas.microsoft.com/office/drawing/2014/main" id="{8E0E4091-A624-9B90-B232-9335B5162A23}"/>
              </a:ext>
            </a:extLst>
          </p:cNvPr>
          <p:cNvSpPr/>
          <p:nvPr/>
        </p:nvSpPr>
        <p:spPr>
          <a:xfrm>
            <a:off x="8418576" y="3659157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endParaRPr lang="en-US" sz="2600" dirty="0"/>
          </a:p>
        </p:txBody>
      </p:sp>
      <p:sp>
        <p:nvSpPr>
          <p:cNvPr id="125" name="Shape 91">
            <a:extLst>
              <a:ext uri="{FF2B5EF4-FFF2-40B4-BE49-F238E27FC236}">
                <a16:creationId xmlns:a16="http://schemas.microsoft.com/office/drawing/2014/main" id="{802CEFCA-D62B-F6BC-F691-D983BDF97E6C}"/>
              </a:ext>
            </a:extLst>
          </p:cNvPr>
          <p:cNvSpPr/>
          <p:nvPr/>
        </p:nvSpPr>
        <p:spPr>
          <a:xfrm>
            <a:off x="9076944" y="4006629"/>
            <a:ext cx="950976" cy="0"/>
          </a:xfrm>
          <a:prstGeom prst="line">
            <a:avLst/>
          </a:prstGeom>
          <a:noFill/>
          <a:ln w="27940">
            <a:solidFill>
              <a:srgbClr val="C75B3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Shape 92">
            <a:extLst>
              <a:ext uri="{FF2B5EF4-FFF2-40B4-BE49-F238E27FC236}">
                <a16:creationId xmlns:a16="http://schemas.microsoft.com/office/drawing/2014/main" id="{994E89ED-B7FB-0678-BFCB-4A8C922F13FF}"/>
              </a:ext>
            </a:extLst>
          </p:cNvPr>
          <p:cNvSpPr/>
          <p:nvPr/>
        </p:nvSpPr>
        <p:spPr>
          <a:xfrm>
            <a:off x="11015472" y="2241837"/>
            <a:ext cx="173736" cy="3419856"/>
          </a:xfrm>
          <a:custGeom>
            <a:avLst/>
            <a:gdLst/>
            <a:ahLst/>
            <a:cxnLst/>
            <a:rect l="l" t="t" r="r" b="b"/>
            <a:pathLst>
              <a:path w="173736" h="3419856">
                <a:moveTo>
                  <a:pt x="0" y="109728"/>
                </a:moveTo>
                <a:lnTo>
                  <a:pt x="173736" y="0"/>
                </a:lnTo>
                <a:lnTo>
                  <a:pt x="173736" y="3310128"/>
                </a:lnTo>
                <a:lnTo>
                  <a:pt x="0" y="3419856"/>
                </a:lnTo>
                <a:close/>
              </a:path>
            </a:pathLst>
          </a:custGeom>
          <a:solidFill>
            <a:srgbClr val="D0C6E6"/>
          </a:solidFill>
          <a:ln w="15875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Shape 93">
            <a:extLst>
              <a:ext uri="{FF2B5EF4-FFF2-40B4-BE49-F238E27FC236}">
                <a16:creationId xmlns:a16="http://schemas.microsoft.com/office/drawing/2014/main" id="{4A5C79FE-ED44-A395-A015-0B91F19A3F7D}"/>
              </a:ext>
            </a:extLst>
          </p:cNvPr>
          <p:cNvSpPr/>
          <p:nvPr/>
        </p:nvSpPr>
        <p:spPr>
          <a:xfrm>
            <a:off x="10027920" y="2241837"/>
            <a:ext cx="1161288" cy="109728"/>
          </a:xfrm>
          <a:custGeom>
            <a:avLst/>
            <a:gdLst/>
            <a:ahLst/>
            <a:cxnLst/>
            <a:rect l="l" t="t" r="r" b="b"/>
            <a:pathLst>
              <a:path w="1161288" h="109728">
                <a:moveTo>
                  <a:pt x="0" y="109728"/>
                </a:moveTo>
                <a:lnTo>
                  <a:pt x="987552" y="109728"/>
                </a:lnTo>
                <a:lnTo>
                  <a:pt x="1161288" y="0"/>
                </a:lnTo>
                <a:lnTo>
                  <a:pt x="173736" y="0"/>
                </a:lnTo>
                <a:close/>
              </a:path>
            </a:pathLst>
          </a:custGeom>
          <a:solidFill>
            <a:srgbClr val="F0ECF8"/>
          </a:solidFill>
          <a:ln w="15875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8" name="Shape 94">
            <a:extLst>
              <a:ext uri="{FF2B5EF4-FFF2-40B4-BE49-F238E27FC236}">
                <a16:creationId xmlns:a16="http://schemas.microsoft.com/office/drawing/2014/main" id="{AB0BEA46-0401-7D3C-CF42-A29E14B97B33}"/>
              </a:ext>
            </a:extLst>
          </p:cNvPr>
          <p:cNvSpPr/>
          <p:nvPr/>
        </p:nvSpPr>
        <p:spPr>
          <a:xfrm>
            <a:off x="10027920" y="2351565"/>
            <a:ext cx="987552" cy="3310128"/>
          </a:xfrm>
          <a:prstGeom prst="rect">
            <a:avLst/>
          </a:prstGeom>
          <a:solidFill>
            <a:srgbClr val="E5DEF1"/>
          </a:solidFill>
          <a:ln w="15875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9" name="Text 96">
            <a:extLst>
              <a:ext uri="{FF2B5EF4-FFF2-40B4-BE49-F238E27FC236}">
                <a16:creationId xmlns:a16="http://schemas.microsoft.com/office/drawing/2014/main" id="{EDD9CA65-28F5-1356-EAA0-C38EB7D1AF74}"/>
              </a:ext>
            </a:extLst>
          </p:cNvPr>
          <p:cNvSpPr/>
          <p:nvPr/>
        </p:nvSpPr>
        <p:spPr>
          <a:xfrm>
            <a:off x="9936480" y="5893849"/>
            <a:ext cx="1170432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400" baseline="-40000" dirty="0">
                <a:solidFill>
                  <a:srgbClr val="5C66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51</Words>
  <Application>Microsoft Office PowerPoint</Application>
  <PresentationFormat>寬螢幕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9</cp:revision>
  <dcterms:created xsi:type="dcterms:W3CDTF">2013-01-27T09:14:16Z</dcterms:created>
  <dcterms:modified xsi:type="dcterms:W3CDTF">2026-07-19T05:34:44Z</dcterms:modified>
  <cp:category/>
</cp:coreProperties>
</file>