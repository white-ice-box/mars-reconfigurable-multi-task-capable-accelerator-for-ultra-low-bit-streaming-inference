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8520DECE-2CF4-B1F5-6C59-1E4960B2E8F8}"/>
              </a:ext>
            </a:extLst>
          </p:cNvPr>
          <p:cNvSpPr/>
          <p:nvPr/>
        </p:nvSpPr>
        <p:spPr>
          <a:xfrm>
            <a:off x="426900" y="1936224"/>
            <a:ext cx="5988960" cy="2892645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7F7F7F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1" name="TextBox 4">
            <a:extLst>
              <a:ext uri="{FF2B5EF4-FFF2-40B4-BE49-F238E27FC236}">
                <a16:creationId xmlns:a16="http://schemas.microsoft.com/office/drawing/2014/main" id="{6202FA20-D0F1-E168-1BFC-1E8D5CBAA520}"/>
              </a:ext>
            </a:extLst>
          </p:cNvPr>
          <p:cNvSpPr/>
          <p:nvPr/>
        </p:nvSpPr>
        <p:spPr>
          <a:xfrm>
            <a:off x="4724400" y="1994235"/>
            <a:ext cx="173700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0" rIns="1836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Construction</a:t>
            </a:r>
            <a:endParaRPr lang="en-US" sz="14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78C06344-E4D7-A8FD-9FF1-B268424F00A6}"/>
              </a:ext>
            </a:extLst>
          </p:cNvPr>
          <p:cNvSpPr/>
          <p:nvPr/>
        </p:nvSpPr>
        <p:spPr>
          <a:xfrm>
            <a:off x="746940" y="2317123"/>
            <a:ext cx="2788560" cy="2233495"/>
          </a:xfrm>
          <a:prstGeom prst="roundRect">
            <a:avLst>
              <a:gd name="adj" fmla="val 6000"/>
            </a:avLst>
          </a:prstGeom>
          <a:solidFill>
            <a:srgbClr val="BDD7EE"/>
          </a:solidFill>
          <a:ln w="19050">
            <a:solidFill>
              <a:srgbClr val="2E6CA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3" name="Rounded Rectangle 7">
            <a:extLst>
              <a:ext uri="{FF2B5EF4-FFF2-40B4-BE49-F238E27FC236}">
                <a16:creationId xmlns:a16="http://schemas.microsoft.com/office/drawing/2014/main" id="{BCCEA9B3-FD21-114C-BEE1-719BBE134C6F}"/>
              </a:ext>
            </a:extLst>
          </p:cNvPr>
          <p:cNvSpPr/>
          <p:nvPr/>
        </p:nvSpPr>
        <p:spPr>
          <a:xfrm>
            <a:off x="975540" y="2428135"/>
            <a:ext cx="2331360" cy="527089"/>
          </a:xfrm>
          <a:prstGeom prst="roundRect">
            <a:avLst>
              <a:gd name="adj" fmla="val 6000"/>
            </a:avLst>
          </a:prstGeom>
          <a:solidFill>
            <a:srgbClr val="FFE699"/>
          </a:solidFill>
          <a:ln w="19050">
            <a:solidFill>
              <a:srgbClr val="BF9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300" b="1" strike="noStrike" spc="-1">
                <a:solidFill>
                  <a:srgbClr val="1A1A1A"/>
                </a:solidFill>
                <a:latin typeface="Times New Roman"/>
              </a:rPr>
              <a:t>Build AI Model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94" name="Rounded Rectangle 8">
            <a:extLst>
              <a:ext uri="{FF2B5EF4-FFF2-40B4-BE49-F238E27FC236}">
                <a16:creationId xmlns:a16="http://schemas.microsoft.com/office/drawing/2014/main" id="{1332C214-39F4-FFEE-5388-6C9730C363D9}"/>
              </a:ext>
            </a:extLst>
          </p:cNvPr>
          <p:cNvSpPr/>
          <p:nvPr/>
        </p:nvSpPr>
        <p:spPr>
          <a:xfrm>
            <a:off x="975540" y="3177535"/>
            <a:ext cx="2331360" cy="527089"/>
          </a:xfrm>
          <a:prstGeom prst="roundRect">
            <a:avLst>
              <a:gd name="adj" fmla="val 6000"/>
            </a:avLst>
          </a:prstGeom>
          <a:solidFill>
            <a:srgbClr val="FFE699"/>
          </a:solidFill>
          <a:ln w="19050">
            <a:solidFill>
              <a:srgbClr val="BF9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300" b="1" strike="noStrike" spc="-1" dirty="0">
                <a:solidFill>
                  <a:srgbClr val="1A1A1A"/>
                </a:solidFill>
                <a:latin typeface="Times New Roman"/>
              </a:rPr>
              <a:t>Train </a:t>
            </a:r>
            <a:r>
              <a:rPr lang="en-US" sz="1300" b="1" spc="-1" dirty="0">
                <a:solidFill>
                  <a:srgbClr val="1A1A1A"/>
                </a:solidFill>
                <a:latin typeface="Times New Roman"/>
              </a:rPr>
              <a:t>B</a:t>
            </a:r>
            <a:r>
              <a:rPr lang="en-US" sz="1300" b="1" strike="noStrike" spc="-1" dirty="0">
                <a:solidFill>
                  <a:srgbClr val="1A1A1A"/>
                </a:solidFill>
                <a:latin typeface="Times New Roman"/>
              </a:rPr>
              <a:t>ackbone</a:t>
            </a:r>
            <a:endParaRPr lang="en-US" sz="13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1300" b="1" strike="noStrike" spc="-1" dirty="0">
                <a:solidFill>
                  <a:srgbClr val="1A1A1A"/>
                </a:solidFill>
                <a:latin typeface="Times New Roman"/>
              </a:rPr>
              <a:t>+ Adapters</a:t>
            </a:r>
            <a:endParaRPr lang="en-US" sz="1300" b="0" strike="noStrike" spc="-1" dirty="0">
              <a:latin typeface="Arial"/>
            </a:endParaRPr>
          </a:p>
        </p:txBody>
      </p:sp>
      <p:sp>
        <p:nvSpPr>
          <p:cNvPr id="95" name="Rounded Rectangle 9">
            <a:extLst>
              <a:ext uri="{FF2B5EF4-FFF2-40B4-BE49-F238E27FC236}">
                <a16:creationId xmlns:a16="http://schemas.microsoft.com/office/drawing/2014/main" id="{410F7A21-949C-685A-25AB-13B7E377123B}"/>
              </a:ext>
            </a:extLst>
          </p:cNvPr>
          <p:cNvSpPr/>
          <p:nvPr/>
        </p:nvSpPr>
        <p:spPr>
          <a:xfrm>
            <a:off x="975540" y="3941884"/>
            <a:ext cx="2331360" cy="527089"/>
          </a:xfrm>
          <a:prstGeom prst="roundRect">
            <a:avLst>
              <a:gd name="adj" fmla="val 6000"/>
            </a:avLst>
          </a:prstGeom>
          <a:solidFill>
            <a:srgbClr val="FFE699"/>
          </a:solidFill>
          <a:ln w="19050">
            <a:solidFill>
              <a:srgbClr val="BF9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300" b="1" strike="noStrike" spc="-1">
                <a:solidFill>
                  <a:srgbClr val="1A1A1A"/>
                </a:solidFill>
                <a:latin typeface="Times New Roman"/>
              </a:rPr>
              <a:t>Evaluation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96" name="Connector 11">
            <a:extLst>
              <a:ext uri="{FF2B5EF4-FFF2-40B4-BE49-F238E27FC236}">
                <a16:creationId xmlns:a16="http://schemas.microsoft.com/office/drawing/2014/main" id="{64825568-669F-9001-9B39-6B4935B0041C}"/>
              </a:ext>
            </a:extLst>
          </p:cNvPr>
          <p:cNvSpPr/>
          <p:nvPr/>
        </p:nvSpPr>
        <p:spPr>
          <a:xfrm>
            <a:off x="2161342" y="3714405"/>
            <a:ext cx="0" cy="217698"/>
          </a:xfrm>
          <a:prstGeom prst="line">
            <a:avLst/>
          </a:prstGeom>
          <a:ln w="22225">
            <a:solidFill>
              <a:srgbClr val="1A1A1A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7" name="Rounded Rectangle 12">
            <a:extLst>
              <a:ext uri="{FF2B5EF4-FFF2-40B4-BE49-F238E27FC236}">
                <a16:creationId xmlns:a16="http://schemas.microsoft.com/office/drawing/2014/main" id="{0D4E9AC9-10DE-3BAD-B5EA-4FD75BBBBA36}"/>
              </a:ext>
            </a:extLst>
          </p:cNvPr>
          <p:cNvSpPr/>
          <p:nvPr/>
        </p:nvSpPr>
        <p:spPr>
          <a:xfrm>
            <a:off x="3764460" y="2317123"/>
            <a:ext cx="2422800" cy="1669499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7F7F7F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98" name="Rounded Rectangle 13">
            <a:extLst>
              <a:ext uri="{FF2B5EF4-FFF2-40B4-BE49-F238E27FC236}">
                <a16:creationId xmlns:a16="http://schemas.microsoft.com/office/drawing/2014/main" id="{FC255C03-62BB-5287-B714-15F8E89CC8FE}"/>
              </a:ext>
            </a:extLst>
          </p:cNvPr>
          <p:cNvSpPr/>
          <p:nvPr/>
        </p:nvSpPr>
        <p:spPr>
          <a:xfrm>
            <a:off x="3947340" y="2408816"/>
            <a:ext cx="2057040" cy="4025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040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strike="noStrike" spc="-1" dirty="0">
                <a:solidFill>
                  <a:srgbClr val="1A1A1A"/>
                </a:solidFill>
                <a:latin typeface="Times New Roman"/>
              </a:rPr>
              <a:t>Frozen Backbone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99" name="Rounded Rectangle 14">
            <a:extLst>
              <a:ext uri="{FF2B5EF4-FFF2-40B4-BE49-F238E27FC236}">
                <a16:creationId xmlns:a16="http://schemas.microsoft.com/office/drawing/2014/main" id="{261BA817-0F70-AB6F-5572-02BDD560EC72}"/>
              </a:ext>
            </a:extLst>
          </p:cNvPr>
          <p:cNvSpPr/>
          <p:nvPr/>
        </p:nvSpPr>
        <p:spPr>
          <a:xfrm>
            <a:off x="3946980" y="2919257"/>
            <a:ext cx="2057040" cy="351200"/>
          </a:xfrm>
          <a:prstGeom prst="roundRect">
            <a:avLst>
              <a:gd name="adj" fmla="val 6000"/>
            </a:avLst>
          </a:prstGeom>
          <a:solidFill>
            <a:srgbClr val="CBA6D8"/>
          </a:solidFill>
          <a:ln w="19050">
            <a:solidFill>
              <a:srgbClr val="7030A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 dirty="0">
                <a:solidFill>
                  <a:srgbClr val="1A1A1A"/>
                </a:solidFill>
                <a:latin typeface="Times New Roman"/>
              </a:rPr>
              <a:t>Multi-Branch Adapter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100" b="1" strike="noStrike" spc="-1" dirty="0">
                <a:solidFill>
                  <a:srgbClr val="1A1A1A"/>
                </a:solidFill>
                <a:latin typeface="Times New Roman"/>
              </a:rPr>
              <a:t> with RC task #1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100" name="TextBox 15">
            <a:extLst>
              <a:ext uri="{FF2B5EF4-FFF2-40B4-BE49-F238E27FC236}">
                <a16:creationId xmlns:a16="http://schemas.microsoft.com/office/drawing/2014/main" id="{431B575A-1F8A-0EC7-A53B-2EEC05E4D0C7}"/>
              </a:ext>
            </a:extLst>
          </p:cNvPr>
          <p:cNvSpPr/>
          <p:nvPr/>
        </p:nvSpPr>
        <p:spPr>
          <a:xfrm>
            <a:off x="4678860" y="3532772"/>
            <a:ext cx="914040" cy="170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0" rIns="1836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1A1A1A"/>
                </a:solidFill>
                <a:latin typeface="Times New Roman"/>
              </a:rPr>
              <a:t>⋮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1" name="Rounded Rectangle 16">
            <a:extLst>
              <a:ext uri="{FF2B5EF4-FFF2-40B4-BE49-F238E27FC236}">
                <a16:creationId xmlns:a16="http://schemas.microsoft.com/office/drawing/2014/main" id="{60573E1F-D286-BF88-80D8-319F088FEF41}"/>
              </a:ext>
            </a:extLst>
          </p:cNvPr>
          <p:cNvSpPr/>
          <p:nvPr/>
        </p:nvSpPr>
        <p:spPr>
          <a:xfrm>
            <a:off x="3963900" y="3547190"/>
            <a:ext cx="2057040" cy="351200"/>
          </a:xfrm>
          <a:prstGeom prst="roundRect">
            <a:avLst>
              <a:gd name="adj" fmla="val 6000"/>
            </a:avLst>
          </a:prstGeom>
          <a:solidFill>
            <a:srgbClr val="CBA6D8"/>
          </a:solidFill>
          <a:ln w="19050">
            <a:solidFill>
              <a:srgbClr val="7030A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altLang="zh-TW" sz="1100" b="1" spc="-1" dirty="0">
                <a:solidFill>
                  <a:srgbClr val="1A1A1A"/>
                </a:solidFill>
                <a:latin typeface="Times New Roman"/>
              </a:rPr>
              <a:t>Multi-Branch Adapter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altLang="zh-TW" sz="1100" b="1" spc="-1" dirty="0">
                <a:solidFill>
                  <a:srgbClr val="1A1A1A"/>
                </a:solidFill>
                <a:latin typeface="Times New Roman"/>
              </a:rPr>
              <a:t> with RC task #N</a:t>
            </a:r>
            <a:endParaRPr lang="en-US" altLang="zh-TW" sz="1100" spc="-1" dirty="0">
              <a:latin typeface="Arial"/>
            </a:endParaRPr>
          </a:p>
        </p:txBody>
      </p:sp>
      <p:sp>
        <p:nvSpPr>
          <p:cNvPr id="102" name="Connector 17">
            <a:extLst>
              <a:ext uri="{FF2B5EF4-FFF2-40B4-BE49-F238E27FC236}">
                <a16:creationId xmlns:a16="http://schemas.microsoft.com/office/drawing/2014/main" id="{ABCF407B-3A99-5C22-9B73-4AF1EC7CA66B}"/>
              </a:ext>
            </a:extLst>
          </p:cNvPr>
          <p:cNvSpPr/>
          <p:nvPr/>
        </p:nvSpPr>
        <p:spPr>
          <a:xfrm>
            <a:off x="3535500" y="2609790"/>
            <a:ext cx="411480" cy="288"/>
          </a:xfrm>
          <a:prstGeom prst="line">
            <a:avLst/>
          </a:prstGeom>
          <a:ln w="17780">
            <a:solidFill>
              <a:srgbClr val="1A1A1A"/>
            </a:solidFill>
            <a:prstDash val="sysDot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3" name="Connector 20">
            <a:extLst>
              <a:ext uri="{FF2B5EF4-FFF2-40B4-BE49-F238E27FC236}">
                <a16:creationId xmlns:a16="http://schemas.microsoft.com/office/drawing/2014/main" id="{7D6C1A9E-CBEB-3F62-F6C1-B6BFAFC6D895}"/>
              </a:ext>
            </a:extLst>
          </p:cNvPr>
          <p:cNvSpPr/>
          <p:nvPr/>
        </p:nvSpPr>
        <p:spPr>
          <a:xfrm flipH="1">
            <a:off x="2161342" y="4499294"/>
            <a:ext cx="0" cy="526512"/>
          </a:xfrm>
          <a:prstGeom prst="line">
            <a:avLst/>
          </a:prstGeom>
          <a:ln>
            <a:solidFill>
              <a:srgbClr val="1A1A1A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4" name="Rounded Rectangle 22">
            <a:extLst>
              <a:ext uri="{FF2B5EF4-FFF2-40B4-BE49-F238E27FC236}">
                <a16:creationId xmlns:a16="http://schemas.microsoft.com/office/drawing/2014/main" id="{8043321C-14B1-D4D6-B9ED-EC07D1193589}"/>
              </a:ext>
            </a:extLst>
          </p:cNvPr>
          <p:cNvSpPr/>
          <p:nvPr/>
        </p:nvSpPr>
        <p:spPr>
          <a:xfrm>
            <a:off x="1018522" y="5025806"/>
            <a:ext cx="2285640" cy="600328"/>
          </a:xfrm>
          <a:prstGeom prst="roundRect">
            <a:avLst>
              <a:gd name="adj" fmla="val 6000"/>
            </a:avLst>
          </a:prstGeom>
          <a:solidFill>
            <a:srgbClr val="F4B7B7"/>
          </a:solidFill>
          <a:ln w="1905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1A1A1A"/>
                </a:solidFill>
                <a:latin typeface="Times New Roman"/>
              </a:rPr>
              <a:t>FINN Compiler</a:t>
            </a:r>
            <a:endParaRPr lang="en-US" sz="1500" b="0" strike="noStrike" spc="-1" dirty="0">
              <a:latin typeface="Arial"/>
            </a:endParaRPr>
          </a:p>
        </p:txBody>
      </p:sp>
      <p:sp>
        <p:nvSpPr>
          <p:cNvPr id="105" name="Right Arrow 23">
            <a:extLst>
              <a:ext uri="{FF2B5EF4-FFF2-40B4-BE49-F238E27FC236}">
                <a16:creationId xmlns:a16="http://schemas.microsoft.com/office/drawing/2014/main" id="{C58DA92F-6466-681A-ED67-F95CACE2C97D}"/>
              </a:ext>
            </a:extLst>
          </p:cNvPr>
          <p:cNvSpPr/>
          <p:nvPr/>
        </p:nvSpPr>
        <p:spPr>
          <a:xfrm>
            <a:off x="3444420" y="5100198"/>
            <a:ext cx="2691000" cy="42443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AD47"/>
          </a:solidFill>
          <a:ln w="12700">
            <a:solidFill>
              <a:srgbClr val="5482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Times New Roman"/>
              </a:rPr>
              <a:t>Deploy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6" name="Rounded Rectangle 24">
            <a:extLst>
              <a:ext uri="{FF2B5EF4-FFF2-40B4-BE49-F238E27FC236}">
                <a16:creationId xmlns:a16="http://schemas.microsoft.com/office/drawing/2014/main" id="{09615676-CE76-A46F-7517-32D55F6D2571}"/>
              </a:ext>
            </a:extLst>
          </p:cNvPr>
          <p:cNvSpPr/>
          <p:nvPr/>
        </p:nvSpPr>
        <p:spPr>
          <a:xfrm>
            <a:off x="6736260" y="2558754"/>
            <a:ext cx="5028840" cy="3661652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7F7F7F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07" name="TextBox 25">
            <a:extLst>
              <a:ext uri="{FF2B5EF4-FFF2-40B4-BE49-F238E27FC236}">
                <a16:creationId xmlns:a16="http://schemas.microsoft.com/office/drawing/2014/main" id="{7F55BEF9-8B0D-EEF4-7B55-6F9842F954C4}"/>
              </a:ext>
            </a:extLst>
          </p:cNvPr>
          <p:cNvSpPr/>
          <p:nvPr/>
        </p:nvSpPr>
        <p:spPr>
          <a:xfrm>
            <a:off x="6919140" y="2610079"/>
            <a:ext cx="457164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0" rIns="1836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TW" sz="1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</p:txBody>
      </p:sp>
      <p:sp>
        <p:nvSpPr>
          <p:cNvPr id="108" name="Rounded Rectangle 26">
            <a:extLst>
              <a:ext uri="{FF2B5EF4-FFF2-40B4-BE49-F238E27FC236}">
                <a16:creationId xmlns:a16="http://schemas.microsoft.com/office/drawing/2014/main" id="{846A451F-9C16-DE04-43E3-B1AD682866F9}"/>
              </a:ext>
            </a:extLst>
          </p:cNvPr>
          <p:cNvSpPr/>
          <p:nvPr/>
        </p:nvSpPr>
        <p:spPr>
          <a:xfrm>
            <a:off x="7102020" y="3071426"/>
            <a:ext cx="4297320" cy="622242"/>
          </a:xfrm>
          <a:prstGeom prst="roundRect">
            <a:avLst>
              <a:gd name="adj" fmla="val 6000"/>
            </a:avLst>
          </a:prstGeom>
          <a:solidFill>
            <a:srgbClr val="C6E0B4"/>
          </a:solidFill>
          <a:ln w="19050">
            <a:solidFill>
              <a:srgbClr val="5482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1A1A1A"/>
                </a:solidFill>
                <a:latin typeface="Times New Roman"/>
              </a:rPr>
              <a:t>Backbone IP 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50014B56-6395-175C-3CAF-131F0B7EB9AD}"/>
              </a:ext>
            </a:extLst>
          </p:cNvPr>
          <p:cNvSpPr/>
          <p:nvPr/>
        </p:nvSpPr>
        <p:spPr>
          <a:xfrm>
            <a:off x="7102020" y="3877052"/>
            <a:ext cx="4297320" cy="622242"/>
          </a:xfrm>
          <a:prstGeom prst="roundRect">
            <a:avLst>
              <a:gd name="adj" fmla="val 6000"/>
            </a:avLst>
          </a:prstGeom>
          <a:solidFill>
            <a:srgbClr val="9DC3E6"/>
          </a:solidFill>
          <a:ln w="19050">
            <a:solidFill>
              <a:srgbClr val="2E549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1A1A1A"/>
                </a:solidFill>
                <a:latin typeface="Times New Roman"/>
              </a:rPr>
              <a:t>Super Wrapper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0" name="Rounded Rectangle 28">
            <a:extLst>
              <a:ext uri="{FF2B5EF4-FFF2-40B4-BE49-F238E27FC236}">
                <a16:creationId xmlns:a16="http://schemas.microsoft.com/office/drawing/2014/main" id="{D64E5269-B440-5ABB-DB25-6F4A477ECDA5}"/>
              </a:ext>
            </a:extLst>
          </p:cNvPr>
          <p:cNvSpPr/>
          <p:nvPr/>
        </p:nvSpPr>
        <p:spPr>
          <a:xfrm>
            <a:off x="7102020" y="4682679"/>
            <a:ext cx="4297320" cy="622242"/>
          </a:xfrm>
          <a:prstGeom prst="roundRect">
            <a:avLst>
              <a:gd name="adj" fmla="val 6000"/>
            </a:avLst>
          </a:prstGeom>
          <a:solidFill>
            <a:srgbClr val="F4B7B7"/>
          </a:solidFill>
          <a:ln w="1905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9000" rIns="36720" bIns="9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altLang="zh-TW" sz="1400" b="1" dirty="0">
                <a:solidFill>
                  <a:srgbClr val="000000"/>
                </a:solidFill>
                <a:latin typeface="Times New Roman"/>
              </a:rPr>
              <a:t>Function Switch Controller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1" name="Connector 29">
            <a:extLst>
              <a:ext uri="{FF2B5EF4-FFF2-40B4-BE49-F238E27FC236}">
                <a16:creationId xmlns:a16="http://schemas.microsoft.com/office/drawing/2014/main" id="{12D9824B-E1E2-D3F3-C267-6F4E387BF96B}"/>
              </a:ext>
            </a:extLst>
          </p:cNvPr>
          <p:cNvSpPr/>
          <p:nvPr/>
        </p:nvSpPr>
        <p:spPr>
          <a:xfrm>
            <a:off x="9250860" y="3693955"/>
            <a:ext cx="360" cy="183097"/>
          </a:xfrm>
          <a:prstGeom prst="line">
            <a:avLst/>
          </a:prstGeom>
          <a:ln w="22225">
            <a:solidFill>
              <a:srgbClr val="1A1A1A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2" name="Connector 30">
            <a:extLst>
              <a:ext uri="{FF2B5EF4-FFF2-40B4-BE49-F238E27FC236}">
                <a16:creationId xmlns:a16="http://schemas.microsoft.com/office/drawing/2014/main" id="{AC584A0D-230D-A5AE-BAF1-7C0DFCC1460A}"/>
              </a:ext>
            </a:extLst>
          </p:cNvPr>
          <p:cNvSpPr/>
          <p:nvPr/>
        </p:nvSpPr>
        <p:spPr>
          <a:xfrm>
            <a:off x="9250860" y="4499582"/>
            <a:ext cx="360" cy="183097"/>
          </a:xfrm>
          <a:prstGeom prst="line">
            <a:avLst/>
          </a:prstGeom>
          <a:ln w="22225">
            <a:solidFill>
              <a:srgbClr val="1A1A1A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3" name="Connector 31">
            <a:extLst>
              <a:ext uri="{FF2B5EF4-FFF2-40B4-BE49-F238E27FC236}">
                <a16:creationId xmlns:a16="http://schemas.microsoft.com/office/drawing/2014/main" id="{D6D11D58-69D5-DB22-4CBF-051C7881D56C}"/>
              </a:ext>
            </a:extLst>
          </p:cNvPr>
          <p:cNvSpPr/>
          <p:nvPr/>
        </p:nvSpPr>
        <p:spPr>
          <a:xfrm flipV="1">
            <a:off x="6135420" y="3693667"/>
            <a:ext cx="966600" cy="1617886"/>
          </a:xfrm>
          <a:prstGeom prst="line">
            <a:avLst/>
          </a:prstGeom>
          <a:ln>
            <a:solidFill>
              <a:srgbClr val="70AD47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4" name="Connector 1">
            <a:extLst>
              <a:ext uri="{FF2B5EF4-FFF2-40B4-BE49-F238E27FC236}">
                <a16:creationId xmlns:a16="http://schemas.microsoft.com/office/drawing/2014/main" id="{883CAA38-DE22-D5B1-6576-52C78490F5C6}"/>
              </a:ext>
            </a:extLst>
          </p:cNvPr>
          <p:cNvSpPr/>
          <p:nvPr/>
        </p:nvSpPr>
        <p:spPr>
          <a:xfrm>
            <a:off x="2175420" y="2955224"/>
            <a:ext cx="0" cy="217698"/>
          </a:xfrm>
          <a:prstGeom prst="line">
            <a:avLst/>
          </a:prstGeom>
          <a:ln w="22225">
            <a:solidFill>
              <a:srgbClr val="1A1A1A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B634F49-5DFE-13EE-543D-95DD6C183C32}"/>
              </a:ext>
            </a:extLst>
          </p:cNvPr>
          <p:cNvSpPr txBox="1"/>
          <p:nvPr/>
        </p:nvSpPr>
        <p:spPr>
          <a:xfrm>
            <a:off x="4875828" y="3249089"/>
            <a:ext cx="300266" cy="353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"/>
              </a:lnSpc>
            </a:pPr>
            <a:r>
              <a:rPr lang="en-US" altLang="zh-TW" sz="1400" b="1" dirty="0"/>
              <a:t>.</a:t>
            </a:r>
          </a:p>
          <a:p>
            <a:pPr>
              <a:lnSpc>
                <a:spcPts val="600"/>
              </a:lnSpc>
            </a:pPr>
            <a:r>
              <a:rPr lang="en-US" altLang="zh-TW" sz="1400" b="1" dirty="0"/>
              <a:t>.</a:t>
            </a:r>
          </a:p>
          <a:p>
            <a:pPr>
              <a:lnSpc>
                <a:spcPts val="600"/>
              </a:lnSpc>
            </a:pPr>
            <a:r>
              <a:rPr lang="en-US" altLang="zh-TW" sz="1400" b="1" dirty="0"/>
              <a:t>.</a:t>
            </a:r>
            <a:endParaRPr lang="zh-TW" altLang="en-US" sz="1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44</Words>
  <Application>Microsoft Office PowerPoint</Application>
  <PresentationFormat>寬螢幕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8</cp:revision>
  <dcterms:created xsi:type="dcterms:W3CDTF">2013-01-27T09:14:16Z</dcterms:created>
  <dcterms:modified xsi:type="dcterms:W3CDTF">2026-07-19T05:49:06Z</dcterms:modified>
  <cp:category/>
</cp:coreProperties>
</file>