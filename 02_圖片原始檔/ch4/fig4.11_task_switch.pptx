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63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D68F9FED-D203-7328-7244-9142404C3187}"/>
              </a:ext>
            </a:extLst>
          </p:cNvPr>
          <p:cNvSpPr/>
          <p:nvPr/>
        </p:nvSpPr>
        <p:spPr>
          <a:xfrm>
            <a:off x="502920" y="1783080"/>
            <a:ext cx="2606040" cy="1417320"/>
          </a:xfrm>
          <a:prstGeom prst="roundRect">
            <a:avLst/>
          </a:prstGeom>
          <a:solidFill>
            <a:srgbClr val="D9EFD9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Batch N</a:t>
            </a:r>
          </a:p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(task A)</a:t>
            </a:r>
          </a:p>
        </p:txBody>
      </p:sp>
      <p:sp>
        <p:nvSpPr>
          <p:cNvPr id="73" name="Right Arrow 8">
            <a:extLst>
              <a:ext uri="{FF2B5EF4-FFF2-40B4-BE49-F238E27FC236}">
                <a16:creationId xmlns:a16="http://schemas.microsoft.com/office/drawing/2014/main" id="{4DF0A7C5-E4DE-F902-8106-7524B91130EA}"/>
              </a:ext>
            </a:extLst>
          </p:cNvPr>
          <p:cNvSpPr/>
          <p:nvPr/>
        </p:nvSpPr>
        <p:spPr>
          <a:xfrm>
            <a:off x="3127248" y="2308860"/>
            <a:ext cx="283464" cy="36576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9">
            <a:extLst>
              <a:ext uri="{FF2B5EF4-FFF2-40B4-BE49-F238E27FC236}">
                <a16:creationId xmlns:a16="http://schemas.microsoft.com/office/drawing/2014/main" id="{D007D01C-91B3-5B35-2AB4-07FD15B63E1E}"/>
              </a:ext>
            </a:extLst>
          </p:cNvPr>
          <p:cNvSpPr/>
          <p:nvPr/>
        </p:nvSpPr>
        <p:spPr>
          <a:xfrm>
            <a:off x="3429000" y="1783080"/>
            <a:ext cx="2606040" cy="14173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Wait</a:t>
            </a:r>
          </a:p>
          <a:p>
            <a:pPr algn="ctr"/>
            <a:r>
              <a:rPr sz="2400" b="1" dirty="0" err="1">
                <a:solidFill>
                  <a:srgbClr val="000000"/>
                </a:solidFill>
                <a:latin typeface="Times New Roman"/>
              </a:rPr>
              <a:t>ODMA.done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Right Arrow 10">
            <a:extLst>
              <a:ext uri="{FF2B5EF4-FFF2-40B4-BE49-F238E27FC236}">
                <a16:creationId xmlns:a16="http://schemas.microsoft.com/office/drawing/2014/main" id="{E38E18ED-0522-6578-B09D-6958493439E2}"/>
              </a:ext>
            </a:extLst>
          </p:cNvPr>
          <p:cNvSpPr/>
          <p:nvPr/>
        </p:nvSpPr>
        <p:spPr>
          <a:xfrm>
            <a:off x="6053328" y="2308860"/>
            <a:ext cx="283464" cy="36576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11">
            <a:extLst>
              <a:ext uri="{FF2B5EF4-FFF2-40B4-BE49-F238E27FC236}">
                <a16:creationId xmlns:a16="http://schemas.microsoft.com/office/drawing/2014/main" id="{C04B6214-4B3C-6EDB-BD7C-05921C569CC3}"/>
              </a:ext>
            </a:extLst>
          </p:cNvPr>
          <p:cNvSpPr/>
          <p:nvPr/>
        </p:nvSpPr>
        <p:spPr>
          <a:xfrm>
            <a:off x="6355080" y="1783080"/>
            <a:ext cx="2606040" cy="1417320"/>
          </a:xfrm>
          <a:prstGeom prst="roundRect">
            <a:avLst/>
          </a:prstGeom>
          <a:solidFill>
            <a:srgbClr val="FBD9B5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MMIO write</a:t>
            </a:r>
          </a:p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25 KB</a:t>
            </a:r>
          </a:p>
        </p:txBody>
      </p:sp>
      <p:sp>
        <p:nvSpPr>
          <p:cNvPr id="85" name="Right Arrow 12">
            <a:extLst>
              <a:ext uri="{FF2B5EF4-FFF2-40B4-BE49-F238E27FC236}">
                <a16:creationId xmlns:a16="http://schemas.microsoft.com/office/drawing/2014/main" id="{72FA0724-984B-E1F9-ECA0-DC822ECA0172}"/>
              </a:ext>
            </a:extLst>
          </p:cNvPr>
          <p:cNvSpPr/>
          <p:nvPr/>
        </p:nvSpPr>
        <p:spPr>
          <a:xfrm>
            <a:off x="8979408" y="2308860"/>
            <a:ext cx="283464" cy="36576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13">
            <a:extLst>
              <a:ext uri="{FF2B5EF4-FFF2-40B4-BE49-F238E27FC236}">
                <a16:creationId xmlns:a16="http://schemas.microsoft.com/office/drawing/2014/main" id="{97E6DE04-9983-D9C3-BDD3-5F25043D0290}"/>
              </a:ext>
            </a:extLst>
          </p:cNvPr>
          <p:cNvSpPr/>
          <p:nvPr/>
        </p:nvSpPr>
        <p:spPr>
          <a:xfrm>
            <a:off x="9281160" y="1783080"/>
            <a:ext cx="2606040" cy="1417320"/>
          </a:xfrm>
          <a:prstGeom prst="roundRect">
            <a:avLst/>
          </a:prstGeom>
          <a:solidFill>
            <a:srgbClr val="D6E4F2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Launch</a:t>
            </a:r>
          </a:p>
          <a:p>
            <a:pPr algn="ctr"/>
            <a:r>
              <a:rPr sz="2400" b="1" dirty="0">
                <a:solidFill>
                  <a:srgbClr val="000000"/>
                </a:solidFill>
                <a:latin typeface="Times New Roman"/>
              </a:rPr>
              <a:t>batch N+1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altLang="zh-TW" sz="2400" b="1" dirty="0">
                <a:solidFill>
                  <a:srgbClr val="000000"/>
                </a:solidFill>
                <a:latin typeface="Times New Roman"/>
              </a:rPr>
              <a:t>(task B)</a:t>
            </a:r>
          </a:p>
        </p:txBody>
      </p:sp>
      <p:sp>
        <p:nvSpPr>
          <p:cNvPr id="87" name="TextBox 17">
            <a:extLst>
              <a:ext uri="{FF2B5EF4-FFF2-40B4-BE49-F238E27FC236}">
                <a16:creationId xmlns:a16="http://schemas.microsoft.com/office/drawing/2014/main" id="{1F6EB2D4-2DFE-70D8-318E-46827AF99998}"/>
              </a:ext>
            </a:extLst>
          </p:cNvPr>
          <p:cNvSpPr txBox="1"/>
          <p:nvPr/>
        </p:nvSpPr>
        <p:spPr>
          <a:xfrm>
            <a:off x="3291840" y="3255264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404040"/>
                </a:solidFill>
                <a:latin typeface="Times New Roman"/>
              </a:rPr>
              <a:t>no flush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26</Words>
  <Application>Microsoft Office PowerPoint</Application>
  <PresentationFormat>寬螢幕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8</cp:revision>
  <dcterms:created xsi:type="dcterms:W3CDTF">2013-01-27T09:14:16Z</dcterms:created>
  <dcterms:modified xsi:type="dcterms:W3CDTF">2026-07-19T05:48:24Z</dcterms:modified>
  <cp:category/>
</cp:coreProperties>
</file>