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7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投影片編號版面配置區 3">
            <a:extLst>
              <a:ext uri="{FF2B5EF4-FFF2-40B4-BE49-F238E27FC236}">
                <a16:creationId xmlns:a16="http://schemas.microsoft.com/office/drawing/2014/main" id="{1C2EE9CF-446B-19DA-2557-F3965100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9241F54-F981-4D10-8D42-97217C38FC21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EF485CB1-BF26-A700-D680-70A56A9E59F7}"/>
              </a:ext>
            </a:extLst>
          </p:cNvPr>
          <p:cNvSpPr txBox="1"/>
          <p:nvPr/>
        </p:nvSpPr>
        <p:spPr>
          <a:xfrm>
            <a:off x="121920" y="3586797"/>
            <a:ext cx="132588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i="0" dirty="0">
                <a:solidFill>
                  <a:srgbClr val="000000"/>
                </a:solidFill>
                <a:latin typeface="Times New Roman"/>
              </a:rPr>
              <a:t>INPUT
</a:t>
            </a:r>
            <a:r>
              <a:rPr lang="en-US" sz="1900" b="1" i="0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900" b="1" i="0" dirty="0">
                <a:solidFill>
                  <a:srgbClr val="000000"/>
                </a:solidFill>
                <a:latin typeface="Times New Roman"/>
              </a:rPr>
              <a:t>tream</a:t>
            </a:r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43FE11AA-8F54-A740-23A6-F1A14D5303F0}"/>
              </a:ext>
            </a:extLst>
          </p:cNvPr>
          <p:cNvSpPr txBox="1"/>
          <p:nvPr/>
        </p:nvSpPr>
        <p:spPr>
          <a:xfrm>
            <a:off x="10271760" y="3723957"/>
            <a:ext cx="192024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i="0" dirty="0">
                <a:solidFill>
                  <a:srgbClr val="000000"/>
                </a:solidFill>
                <a:latin typeface="Times New Roman"/>
              </a:rPr>
              <a:t>OUTPUT
</a:t>
            </a:r>
            <a:r>
              <a:rPr lang="en-US" sz="1900" b="1" i="0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900" b="1" i="0" dirty="0">
                <a:solidFill>
                  <a:srgbClr val="000000"/>
                </a:solidFill>
                <a:latin typeface="Times New Roman"/>
              </a:rPr>
              <a:t>tream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EB899B70-AD14-52B9-44E9-CC6E7408C09D}"/>
              </a:ext>
            </a:extLst>
          </p:cNvPr>
          <p:cNvSpPr/>
          <p:nvPr/>
        </p:nvSpPr>
        <p:spPr>
          <a:xfrm>
            <a:off x="1492716" y="2614162"/>
            <a:ext cx="8549640" cy="281998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1792A7CE-C3B3-311B-3574-6B8FC11C127F}"/>
              </a:ext>
            </a:extLst>
          </p:cNvPr>
          <p:cNvSpPr txBox="1"/>
          <p:nvPr/>
        </p:nvSpPr>
        <p:spPr>
          <a:xfrm>
            <a:off x="1630680" y="2736405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b="1" i="1" dirty="0">
                <a:solidFill>
                  <a:srgbClr val="000000"/>
                </a:solidFill>
                <a:latin typeface="Times New Roman"/>
              </a:rPr>
              <a:t>FINN</a:t>
            </a:r>
            <a:r>
              <a:rPr lang="zh-TW" altLang="en-US" sz="1600" b="1" i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1600" b="1" i="1" dirty="0">
                <a:solidFill>
                  <a:srgbClr val="000000"/>
                </a:solidFill>
                <a:latin typeface="Times New Roman"/>
              </a:rPr>
              <a:t>MVAU</a:t>
            </a:r>
            <a:r>
              <a:rPr sz="1600" b="1" i="1" dirty="0">
                <a:solidFill>
                  <a:srgbClr val="000000"/>
                </a:solidFill>
                <a:latin typeface="Times New Roman"/>
              </a:rPr>
              <a:t> Wrapper</a:t>
            </a:r>
          </a:p>
        </p:txBody>
      </p:sp>
      <p:cxnSp>
        <p:nvCxnSpPr>
          <p:cNvPr id="28" name="Connector 6">
            <a:extLst>
              <a:ext uri="{FF2B5EF4-FFF2-40B4-BE49-F238E27FC236}">
                <a16:creationId xmlns:a16="http://schemas.microsoft.com/office/drawing/2014/main" id="{03B894A4-4B37-BC02-56A3-D3F36D0C4F4D}"/>
              </a:ext>
            </a:extLst>
          </p:cNvPr>
          <p:cNvCxnSpPr>
            <a:cxnSpLocks/>
          </p:cNvCxnSpPr>
          <p:nvPr/>
        </p:nvCxnSpPr>
        <p:spPr>
          <a:xfrm>
            <a:off x="1236133" y="3861117"/>
            <a:ext cx="2082176" cy="0"/>
          </a:xfrm>
          <a:prstGeom prst="line">
            <a:avLst/>
          </a:prstGeom>
          <a:ln w="444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8">
            <a:extLst>
              <a:ext uri="{FF2B5EF4-FFF2-40B4-BE49-F238E27FC236}">
                <a16:creationId xmlns:a16="http://schemas.microsoft.com/office/drawing/2014/main" id="{4D0B8434-C728-1E5A-5A54-D5CC5A971B34}"/>
              </a:ext>
            </a:extLst>
          </p:cNvPr>
          <p:cNvSpPr/>
          <p:nvPr/>
        </p:nvSpPr>
        <p:spPr>
          <a:xfrm>
            <a:off x="3364029" y="3280355"/>
            <a:ext cx="4808621" cy="126277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b="1" dirty="0">
                <a:solidFill>
                  <a:srgbClr val="000000"/>
                </a:solidFill>
                <a:latin typeface="Times New Roman"/>
              </a:rPr>
              <a:t>MVAU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 Core + </a:t>
            </a:r>
            <a:r>
              <a:rPr lang="en-US" altLang="zh-TW" b="1" dirty="0">
                <a:solidFill>
                  <a:srgbClr val="000000"/>
                </a:solidFill>
                <a:latin typeface="Times New Roman"/>
              </a:rPr>
              <a:t>Threshold</a:t>
            </a:r>
            <a:endParaRPr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400" i="1" dirty="0">
                <a:solidFill>
                  <a:srgbClr val="000000"/>
                </a:solidFill>
                <a:latin typeface="Times New Roman"/>
              </a:rPr>
              <a:t>binary conv (XNOR-</a:t>
            </a:r>
            <a:r>
              <a:rPr sz="1400" i="1" dirty="0" err="1">
                <a:solidFill>
                  <a:srgbClr val="000000"/>
                </a:solidFill>
                <a:latin typeface="Times New Roman"/>
              </a:rPr>
              <a:t>popcount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D87261DB-976E-45E2-07FE-7A9E21C686CF}"/>
              </a:ext>
            </a:extLst>
          </p:cNvPr>
          <p:cNvCxnSpPr>
            <a:cxnSpLocks/>
          </p:cNvCxnSpPr>
          <p:nvPr/>
        </p:nvCxnSpPr>
        <p:spPr>
          <a:xfrm>
            <a:off x="8172650" y="3899821"/>
            <a:ext cx="2338137" cy="0"/>
          </a:xfrm>
          <a:prstGeom prst="line">
            <a:avLst/>
          </a:prstGeom>
          <a:ln w="444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21</Words>
  <Application>Microsoft Office PowerPoint</Application>
  <PresentationFormat>自訂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9</cp:revision>
  <dcterms:created xsi:type="dcterms:W3CDTF">2013-01-27T09:14:16Z</dcterms:created>
  <dcterms:modified xsi:type="dcterms:W3CDTF">2026-07-19T05:46:45Z</dcterms:modified>
  <cp:category/>
</cp:coreProperties>
</file>