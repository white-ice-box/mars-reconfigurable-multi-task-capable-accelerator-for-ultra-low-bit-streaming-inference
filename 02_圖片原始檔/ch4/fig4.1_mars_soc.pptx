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7" d="100"/>
          <a:sy n="117" d="100"/>
        </p:scale>
        <p:origin x="571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群組 22">
            <a:extLst>
              <a:ext uri="{FF2B5EF4-FFF2-40B4-BE49-F238E27FC236}">
                <a16:creationId xmlns:a16="http://schemas.microsoft.com/office/drawing/2014/main" id="{9D7835B9-9042-0431-504E-5A61723B1ED7}"/>
              </a:ext>
            </a:extLst>
          </p:cNvPr>
          <p:cNvGrpSpPr/>
          <p:nvPr/>
        </p:nvGrpSpPr>
        <p:grpSpPr>
          <a:xfrm>
            <a:off x="182880" y="274320"/>
            <a:ext cx="11841480" cy="6263640"/>
            <a:chOff x="182880" y="274320"/>
            <a:chExt cx="11841480" cy="6263640"/>
          </a:xfrm>
        </p:grpSpPr>
        <p:sp>
          <p:nvSpPr>
            <p:cNvPr id="2" name="Rectangle 1"/>
            <p:cNvSpPr/>
            <p:nvPr/>
          </p:nvSpPr>
          <p:spPr>
            <a:xfrm>
              <a:off x="182880" y="1417320"/>
              <a:ext cx="11841480" cy="5120640"/>
            </a:xfrm>
            <a:prstGeom prst="rect">
              <a:avLst/>
            </a:prstGeom>
            <a:solidFill>
              <a:srgbClr val="F2F2F2"/>
            </a:solidFill>
            <a:ln w="381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384048" y="1481328"/>
              <a:ext cx="1828800" cy="3200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600" b="1" i="1">
                  <a:solidFill>
                    <a:srgbClr val="000000"/>
                  </a:solidFill>
                  <a:latin typeface="Times New Roman"/>
                </a:rPr>
                <a:t>SoC</a:t>
              </a:r>
            </a:p>
          </p:txBody>
        </p:sp>
        <p:sp>
          <p:nvSpPr>
            <p:cNvPr id="4" name="Rectangle 3"/>
            <p:cNvSpPr/>
            <p:nvPr/>
          </p:nvSpPr>
          <p:spPr>
            <a:xfrm>
              <a:off x="7360920" y="274320"/>
              <a:ext cx="2377440" cy="86868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2000" b="1" dirty="0">
                  <a:solidFill>
                    <a:srgbClr val="000000"/>
                  </a:solidFill>
                  <a:latin typeface="Times New Roman"/>
                </a:rPr>
                <a:t>DDR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7223760" y="1874519"/>
              <a:ext cx="2651760" cy="9144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2000" b="1" dirty="0">
                  <a:solidFill>
                    <a:srgbClr val="000000"/>
                  </a:solidFill>
                  <a:latin typeface="Times New Roman"/>
                </a:rPr>
                <a:t>DDR Controller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1188720" y="1874519"/>
              <a:ext cx="2651760" cy="914400"/>
            </a:xfrm>
            <a:prstGeom prst="rect">
              <a:avLst/>
            </a:prstGeom>
            <a:solidFill>
              <a:srgbClr val="C6E0B4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2000" b="1" dirty="0">
                  <a:solidFill>
                    <a:srgbClr val="000000"/>
                  </a:solidFill>
                  <a:latin typeface="Times New Roman"/>
                </a:rPr>
                <a:t>Micro Processor</a:t>
              </a:r>
            </a:p>
          </p:txBody>
        </p:sp>
        <p:sp>
          <p:nvSpPr>
            <p:cNvPr id="7" name="Left-Right Arrow 6"/>
            <p:cNvSpPr/>
            <p:nvPr/>
          </p:nvSpPr>
          <p:spPr>
            <a:xfrm>
              <a:off x="502920" y="3154680"/>
              <a:ext cx="11183111" cy="457200"/>
            </a:xfrm>
            <a:prstGeom prst="leftRightArrow">
              <a:avLst/>
            </a:prstGeom>
            <a:solidFill>
              <a:srgbClr val="9DC3E6"/>
            </a:solidFill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2000" b="1" dirty="0">
                  <a:solidFill>
                    <a:srgbClr val="000000"/>
                  </a:solidFill>
                  <a:latin typeface="Times New Roman"/>
                </a:rPr>
                <a:t>BUS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1188720" y="4114800"/>
              <a:ext cx="2651760" cy="914400"/>
            </a:xfrm>
            <a:prstGeom prst="rect">
              <a:avLst/>
            </a:prstGeom>
            <a:solidFill>
              <a:srgbClr val="E2D9F3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2000" b="1" dirty="0">
                  <a:solidFill>
                    <a:srgbClr val="000000"/>
                  </a:solidFill>
                  <a:latin typeface="Times New Roman"/>
                </a:rPr>
                <a:t>Input DMA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663440" y="4160520"/>
              <a:ext cx="2103120" cy="640080"/>
            </a:xfrm>
            <a:prstGeom prst="rect">
              <a:avLst/>
            </a:prstGeom>
            <a:solidFill>
              <a:srgbClr val="E2D9F3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sz="2000" b="1" dirty="0">
                  <a:solidFill>
                    <a:srgbClr val="000000"/>
                  </a:solidFill>
                  <a:latin typeface="Times New Roman"/>
                </a:rPr>
                <a:t>Function</a:t>
              </a:r>
              <a:r>
                <a:rPr sz="2000" b="1" dirty="0">
                  <a:solidFill>
                    <a:srgbClr val="000000"/>
                  </a:solidFill>
                  <a:latin typeface="Times New Roman"/>
                </a:rPr>
                <a:t> </a:t>
              </a:r>
              <a:r>
                <a:rPr lang="en-US" sz="2000" b="1" dirty="0">
                  <a:solidFill>
                    <a:srgbClr val="000000"/>
                  </a:solidFill>
                  <a:latin typeface="Times New Roman"/>
                </a:rPr>
                <a:t>Switch </a:t>
              </a:r>
              <a:r>
                <a:rPr sz="2000" b="1" dirty="0">
                  <a:solidFill>
                    <a:srgbClr val="000000"/>
                  </a:solidFill>
                  <a:latin typeface="Times New Roman"/>
                </a:rPr>
                <a:t>Controller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7223760" y="4114800"/>
              <a:ext cx="2651760" cy="914400"/>
            </a:xfrm>
            <a:prstGeom prst="rect">
              <a:avLst/>
            </a:prstGeom>
            <a:solidFill>
              <a:srgbClr val="E2D9F3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2000" b="1" dirty="0">
                  <a:solidFill>
                    <a:srgbClr val="000000"/>
                  </a:solidFill>
                  <a:latin typeface="Times New Roman"/>
                </a:rPr>
                <a:t>Output DMA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22960" y="5532120"/>
              <a:ext cx="9784080" cy="868680"/>
            </a:xfrm>
            <a:prstGeom prst="rect">
              <a:avLst/>
            </a:prstGeom>
            <a:solidFill>
              <a:srgbClr val="FCE4D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2000" b="1" dirty="0">
                  <a:solidFill>
                    <a:srgbClr val="000000"/>
                  </a:solidFill>
                  <a:latin typeface="Times New Roman"/>
                </a:rPr>
                <a:t>MARS NPU</a:t>
              </a:r>
            </a:p>
          </p:txBody>
        </p:sp>
        <p:cxnSp>
          <p:nvCxnSpPr>
            <p:cNvPr id="12" name="Connector 11"/>
            <p:cNvCxnSpPr/>
            <p:nvPr/>
          </p:nvCxnSpPr>
          <p:spPr>
            <a:xfrm>
              <a:off x="8549640" y="1143000"/>
              <a:ext cx="0" cy="731519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>
              <a:cxnSpLocks/>
            </p:cNvCxnSpPr>
            <p:nvPr/>
          </p:nvCxnSpPr>
          <p:spPr>
            <a:xfrm>
              <a:off x="2514600" y="2788920"/>
              <a:ext cx="0" cy="453813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>
              <a:cxnSpLocks/>
            </p:cNvCxnSpPr>
            <p:nvPr/>
          </p:nvCxnSpPr>
          <p:spPr>
            <a:xfrm>
              <a:off x="8549640" y="2788920"/>
              <a:ext cx="0" cy="453813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>
              <a:cxnSpLocks/>
            </p:cNvCxnSpPr>
            <p:nvPr/>
          </p:nvCxnSpPr>
          <p:spPr>
            <a:xfrm>
              <a:off x="2514600" y="3547533"/>
              <a:ext cx="0" cy="567267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>
              <a:cxnSpLocks/>
            </p:cNvCxnSpPr>
            <p:nvPr/>
          </p:nvCxnSpPr>
          <p:spPr>
            <a:xfrm flipV="1">
              <a:off x="8549640" y="3547533"/>
              <a:ext cx="0" cy="567267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2514600" y="5029200"/>
              <a:ext cx="0" cy="502920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 flipV="1">
              <a:off x="8549640" y="5029200"/>
              <a:ext cx="0" cy="502920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3" name="Connector 15">
              <a:extLst>
                <a:ext uri="{FF2B5EF4-FFF2-40B4-BE49-F238E27FC236}">
                  <a16:creationId xmlns:a16="http://schemas.microsoft.com/office/drawing/2014/main" id="{BCCECC4A-08F8-B58D-2239-3F5C4DD04851}"/>
                </a:ext>
              </a:extLst>
            </p:cNvPr>
            <p:cNvCxnSpPr>
              <a:cxnSpLocks/>
            </p:cNvCxnSpPr>
            <p:nvPr/>
          </p:nvCxnSpPr>
          <p:spPr>
            <a:xfrm>
              <a:off x="5715000" y="3547533"/>
              <a:ext cx="0" cy="567267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2" name="Connector 15">
              <a:extLst>
                <a:ext uri="{FF2B5EF4-FFF2-40B4-BE49-F238E27FC236}">
                  <a16:creationId xmlns:a16="http://schemas.microsoft.com/office/drawing/2014/main" id="{FCB4E479-22DA-0DB1-1749-1BD94AD343DD}"/>
                </a:ext>
              </a:extLst>
            </p:cNvPr>
            <p:cNvCxnSpPr>
              <a:cxnSpLocks/>
            </p:cNvCxnSpPr>
            <p:nvPr/>
          </p:nvCxnSpPr>
          <p:spPr>
            <a:xfrm>
              <a:off x="5723709" y="4882122"/>
              <a:ext cx="0" cy="567267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16</Words>
  <Application>Microsoft Office PowerPoint</Application>
  <PresentationFormat>自訂</PresentationFormat>
  <Paragraphs>9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黃柏鈞</dc:creator>
  <cp:keywords/>
  <dc:description>generated using python-pptx</dc:description>
  <cp:lastModifiedBy>barkie</cp:lastModifiedBy>
  <cp:revision>5</cp:revision>
  <dcterms:created xsi:type="dcterms:W3CDTF">2013-01-27T09:14:16Z</dcterms:created>
  <dcterms:modified xsi:type="dcterms:W3CDTF">2026-07-15T04:25:05Z</dcterms:modified>
  <cp:category/>
</cp:coreProperties>
</file>