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7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2">
            <a:extLst>
              <a:ext uri="{FF2B5EF4-FFF2-40B4-BE49-F238E27FC236}">
                <a16:creationId xmlns:a16="http://schemas.microsoft.com/office/drawing/2014/main" id="{33CD45A5-A373-5BF6-5393-09A0318A5F60}"/>
              </a:ext>
            </a:extLst>
          </p:cNvPr>
          <p:cNvSpPr/>
          <p:nvPr/>
        </p:nvSpPr>
        <p:spPr>
          <a:xfrm>
            <a:off x="1734981" y="1713653"/>
            <a:ext cx="8250621" cy="46290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5BF2BB79-CF76-C940-1312-61D113917B3F}"/>
              </a:ext>
            </a:extLst>
          </p:cNvPr>
          <p:cNvSpPr/>
          <p:nvPr/>
        </p:nvSpPr>
        <p:spPr>
          <a:xfrm>
            <a:off x="8667396" y="5354897"/>
            <a:ext cx="983089" cy="523727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E2CBAF49-347E-431E-D493-DFF74ECAA01F}"/>
              </a:ext>
            </a:extLst>
          </p:cNvPr>
          <p:cNvSpPr/>
          <p:nvPr/>
        </p:nvSpPr>
        <p:spPr>
          <a:xfrm>
            <a:off x="3533221" y="3976740"/>
            <a:ext cx="983089" cy="523727"/>
          </a:xfrm>
          <a:prstGeom prst="rect">
            <a:avLst/>
          </a:prstGeom>
          <a:solidFill>
            <a:srgbClr val="F1F1F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MaxPool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0">
            <a:extLst>
              <a:ext uri="{FF2B5EF4-FFF2-40B4-BE49-F238E27FC236}">
                <a16:creationId xmlns:a16="http://schemas.microsoft.com/office/drawing/2014/main" id="{2623BAE8-E67B-61C1-B977-77EF438CC6BD}"/>
              </a:ext>
            </a:extLst>
          </p:cNvPr>
          <p:cNvSpPr/>
          <p:nvPr/>
        </p:nvSpPr>
        <p:spPr>
          <a:xfrm>
            <a:off x="6126536" y="5354897"/>
            <a:ext cx="964327" cy="523727"/>
          </a:xfrm>
          <a:prstGeom prst="rect">
            <a:avLst/>
          </a:prstGeom>
          <a:solidFill>
            <a:srgbClr val="F1F1F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MaxPool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3E327773-BB5C-BFF1-C445-AFBC14CC4D57}"/>
              </a:ext>
            </a:extLst>
          </p:cNvPr>
          <p:cNvSpPr/>
          <p:nvPr/>
        </p:nvSpPr>
        <p:spPr>
          <a:xfrm>
            <a:off x="10617832" y="2584386"/>
            <a:ext cx="983089" cy="523727"/>
          </a:xfrm>
          <a:prstGeom prst="rect">
            <a:avLst/>
          </a:prstGeom>
          <a:solidFill>
            <a:srgbClr val="DCEBCF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Output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6D9808E0-FE2A-D7CA-BE66-4D2AC2C5220C}"/>
              </a:ext>
            </a:extLst>
          </p:cNvPr>
          <p:cNvSpPr/>
          <p:nvPr/>
        </p:nvSpPr>
        <p:spPr>
          <a:xfrm>
            <a:off x="6110930" y="2623785"/>
            <a:ext cx="983089" cy="523727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MVAU6</a:t>
            </a:r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BA38C181-77EF-6DF5-4D6C-2377F20F41F7}"/>
              </a:ext>
            </a:extLst>
          </p:cNvPr>
          <p:cNvSpPr/>
          <p:nvPr/>
        </p:nvSpPr>
        <p:spPr>
          <a:xfrm>
            <a:off x="7413726" y="2623786"/>
            <a:ext cx="983089" cy="523727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MVAU7</a:t>
            </a:r>
          </a:p>
        </p:txBody>
      </p:sp>
      <p:sp>
        <p:nvSpPr>
          <p:cNvPr id="10" name="Text 25">
            <a:extLst>
              <a:ext uri="{FF2B5EF4-FFF2-40B4-BE49-F238E27FC236}">
                <a16:creationId xmlns:a16="http://schemas.microsoft.com/office/drawing/2014/main" id="{9377CAD4-B705-8284-A9EA-F6B601DFF06F}"/>
              </a:ext>
            </a:extLst>
          </p:cNvPr>
          <p:cNvSpPr/>
          <p:nvPr/>
        </p:nvSpPr>
        <p:spPr>
          <a:xfrm>
            <a:off x="8708621" y="2623785"/>
            <a:ext cx="983089" cy="523727"/>
          </a:xfrm>
          <a:prstGeom prst="rect">
            <a:avLst/>
          </a:prstGeom>
          <a:solidFill>
            <a:srgbClr val="DBE5F6"/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MVAU8</a:t>
            </a:r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8F68FCA7-5804-D066-BD6B-74EB0EA8C7EC}"/>
              </a:ext>
            </a:extLst>
          </p:cNvPr>
          <p:cNvSpPr/>
          <p:nvPr/>
        </p:nvSpPr>
        <p:spPr>
          <a:xfrm>
            <a:off x="263532" y="1727278"/>
            <a:ext cx="1258113" cy="99478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DBA53957-C489-0606-7612-6D49D7F4BFC5}"/>
              </a:ext>
            </a:extLst>
          </p:cNvPr>
          <p:cNvSpPr/>
          <p:nvPr/>
        </p:nvSpPr>
        <p:spPr>
          <a:xfrm>
            <a:off x="10544514" y="1727278"/>
            <a:ext cx="1154369" cy="46290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EF751A6-D1C3-0329-3407-CEF75DBFBE10}"/>
              </a:ext>
            </a:extLst>
          </p:cNvPr>
          <p:cNvSpPr/>
          <p:nvPr/>
        </p:nvSpPr>
        <p:spPr>
          <a:xfrm>
            <a:off x="7410570" y="5354897"/>
            <a:ext cx="983089" cy="523726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Super1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4081ECC3-A185-2BFB-AEE6-AA9D20E57F1B}"/>
              </a:ext>
            </a:extLst>
          </p:cNvPr>
          <p:cNvSpPr/>
          <p:nvPr/>
        </p:nvSpPr>
        <p:spPr>
          <a:xfrm>
            <a:off x="1945188" y="1877242"/>
            <a:ext cx="1377827" cy="844819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en-US" altLang="zh-TW" b="1" dirty="0">
                <a:solidFill>
                  <a:srgbClr val="000000"/>
                </a:solidFill>
                <a:latin typeface="Times New Roman"/>
              </a:rPr>
              <a:t>Function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Switch</a:t>
            </a:r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Controller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FF390AC2-CFEB-AF30-8681-1FBC22AED947}"/>
              </a:ext>
            </a:extLst>
          </p:cNvPr>
          <p:cNvSpPr/>
          <p:nvPr/>
        </p:nvSpPr>
        <p:spPr>
          <a:xfrm>
            <a:off x="4869710" y="5354897"/>
            <a:ext cx="983089" cy="523726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Super2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EAFD712B-3C9B-1218-9F6D-44FD1D3B7660}"/>
              </a:ext>
            </a:extLst>
          </p:cNvPr>
          <p:cNvSpPr/>
          <p:nvPr/>
        </p:nvSpPr>
        <p:spPr>
          <a:xfrm>
            <a:off x="4801860" y="2623786"/>
            <a:ext cx="983089" cy="523726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Super5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B788B5F5-D2CA-F226-3BF6-787D35350F0B}"/>
              </a:ext>
            </a:extLst>
          </p:cNvPr>
          <p:cNvSpPr/>
          <p:nvPr/>
        </p:nvSpPr>
        <p:spPr>
          <a:xfrm>
            <a:off x="3533222" y="2623785"/>
            <a:ext cx="983089" cy="523726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Super4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8D8951A8-2FED-C6D9-9F01-F8D481854075}"/>
              </a:ext>
            </a:extLst>
          </p:cNvPr>
          <p:cNvSpPr/>
          <p:nvPr/>
        </p:nvSpPr>
        <p:spPr>
          <a:xfrm>
            <a:off x="3533222" y="5354897"/>
            <a:ext cx="983089" cy="523726"/>
          </a:xfrm>
          <a:prstGeom prst="rect">
            <a:avLst/>
          </a:prstGeom>
          <a:solidFill>
            <a:srgbClr val="F8CBAD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Super3</a:t>
            </a:r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ACF520E7-DE6F-FDAE-FEA1-6C5793C59893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4183152" y="1173012"/>
            <a:ext cx="3426740" cy="6524839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88B6E0A-A136-C18B-6059-EB7967190A1E}"/>
              </a:ext>
            </a:extLst>
          </p:cNvPr>
          <p:cNvCxnSpPr>
            <a:stCxn id="14" idx="3"/>
          </p:cNvCxnSpPr>
          <p:nvPr/>
        </p:nvCxnSpPr>
        <p:spPr>
          <a:xfrm flipV="1">
            <a:off x="3323015" y="2299652"/>
            <a:ext cx="5898380" cy="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D9EE8E6-8A30-8671-4CC2-24C3C4B40D3F}"/>
              </a:ext>
            </a:extLst>
          </p:cNvPr>
          <p:cNvCxnSpPr>
            <a:stCxn id="4" idx="2"/>
          </p:cNvCxnSpPr>
          <p:nvPr/>
        </p:nvCxnSpPr>
        <p:spPr>
          <a:xfrm>
            <a:off x="9158941" y="5878624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FEAB6FC-D937-6933-081A-D66FA4DB91DE}"/>
              </a:ext>
            </a:extLst>
          </p:cNvPr>
          <p:cNvCxnSpPr/>
          <p:nvPr/>
        </p:nvCxnSpPr>
        <p:spPr>
          <a:xfrm>
            <a:off x="7914341" y="5878624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9C4D35C-4941-B858-EA76-33567ACAC295}"/>
              </a:ext>
            </a:extLst>
          </p:cNvPr>
          <p:cNvCxnSpPr/>
          <p:nvPr/>
        </p:nvCxnSpPr>
        <p:spPr>
          <a:xfrm>
            <a:off x="5374341" y="5878624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22771EE4-9D95-9183-43FD-A74304FA774C}"/>
              </a:ext>
            </a:extLst>
          </p:cNvPr>
          <p:cNvCxnSpPr/>
          <p:nvPr/>
        </p:nvCxnSpPr>
        <p:spPr>
          <a:xfrm>
            <a:off x="4019674" y="5878624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9271C834-2BA5-78BA-D0B8-7156F6B4C3D6}"/>
              </a:ext>
            </a:extLst>
          </p:cNvPr>
          <p:cNvCxnSpPr/>
          <p:nvPr/>
        </p:nvCxnSpPr>
        <p:spPr>
          <a:xfrm>
            <a:off x="4013404" y="2314210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49C7ACB3-3630-7606-3CB1-54C511AC85B4}"/>
              </a:ext>
            </a:extLst>
          </p:cNvPr>
          <p:cNvCxnSpPr/>
          <p:nvPr/>
        </p:nvCxnSpPr>
        <p:spPr>
          <a:xfrm>
            <a:off x="5298142" y="2314210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63B3B604-18D9-6F08-9488-0B19A16FEDC2}"/>
              </a:ext>
            </a:extLst>
          </p:cNvPr>
          <p:cNvCxnSpPr/>
          <p:nvPr/>
        </p:nvCxnSpPr>
        <p:spPr>
          <a:xfrm>
            <a:off x="6610475" y="2314210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5D3C5D24-3BC4-A4CD-6C44-CE3A9D64B3EA}"/>
              </a:ext>
            </a:extLst>
          </p:cNvPr>
          <p:cNvCxnSpPr/>
          <p:nvPr/>
        </p:nvCxnSpPr>
        <p:spPr>
          <a:xfrm>
            <a:off x="7914341" y="2314210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0EEDA81C-E89D-6D61-9AE8-3BD6A1F5EF1F}"/>
              </a:ext>
            </a:extLst>
          </p:cNvPr>
          <p:cNvCxnSpPr/>
          <p:nvPr/>
        </p:nvCxnSpPr>
        <p:spPr>
          <a:xfrm>
            <a:off x="9206658" y="2314210"/>
            <a:ext cx="0" cy="2701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2A5F31BC-83CE-0860-E3E6-F8013470DC6A}"/>
              </a:ext>
            </a:extLst>
          </p:cNvPr>
          <p:cNvSpPr txBox="1"/>
          <p:nvPr/>
        </p:nvSpPr>
        <p:spPr>
          <a:xfrm>
            <a:off x="334478" y="1780365"/>
            <a:ext cx="1080796" cy="325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B8FCBA46-C1F0-F881-6A5C-3BE5D5940A63}"/>
              </a:ext>
            </a:extLst>
          </p:cNvPr>
          <p:cNvSpPr/>
          <p:nvPr/>
        </p:nvSpPr>
        <p:spPr>
          <a:xfrm>
            <a:off x="371811" y="2105439"/>
            <a:ext cx="1028053" cy="5237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Micro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F6913479-B02D-ABE3-1B2F-751ED2B6AF04}"/>
              </a:ext>
            </a:extLst>
          </p:cNvPr>
          <p:cNvSpPr txBox="1"/>
          <p:nvPr/>
        </p:nvSpPr>
        <p:spPr>
          <a:xfrm>
            <a:off x="8835011" y="1804761"/>
            <a:ext cx="1080796" cy="325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A1AD22B1-C320-6EE0-2D9A-F488225E9060}"/>
              </a:ext>
            </a:extLst>
          </p:cNvPr>
          <p:cNvSpPr txBox="1"/>
          <p:nvPr/>
        </p:nvSpPr>
        <p:spPr>
          <a:xfrm>
            <a:off x="10568978" y="1804761"/>
            <a:ext cx="1080796" cy="325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箭號: 向右 66">
            <a:extLst>
              <a:ext uri="{FF2B5EF4-FFF2-40B4-BE49-F238E27FC236}">
                <a16:creationId xmlns:a16="http://schemas.microsoft.com/office/drawing/2014/main" id="{48AFEA9D-D36B-1AFA-B0F6-D52990D4940F}"/>
              </a:ext>
            </a:extLst>
          </p:cNvPr>
          <p:cNvSpPr/>
          <p:nvPr/>
        </p:nvSpPr>
        <p:spPr>
          <a:xfrm rot="10800000">
            <a:off x="9691710" y="5456072"/>
            <a:ext cx="828160" cy="321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箭號: 向右 67">
            <a:extLst>
              <a:ext uri="{FF2B5EF4-FFF2-40B4-BE49-F238E27FC236}">
                <a16:creationId xmlns:a16="http://schemas.microsoft.com/office/drawing/2014/main" id="{E8EE152E-8033-E9BE-74E5-F9A0C848DECA}"/>
              </a:ext>
            </a:extLst>
          </p:cNvPr>
          <p:cNvSpPr/>
          <p:nvPr/>
        </p:nvSpPr>
        <p:spPr>
          <a:xfrm>
            <a:off x="9739081" y="2708714"/>
            <a:ext cx="780789" cy="321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箭號: 上-下雙向 68">
            <a:extLst>
              <a:ext uri="{FF2B5EF4-FFF2-40B4-BE49-F238E27FC236}">
                <a16:creationId xmlns:a16="http://schemas.microsoft.com/office/drawing/2014/main" id="{9B206F83-D428-88BD-E244-3E78EFFAF4DA}"/>
              </a:ext>
            </a:extLst>
          </p:cNvPr>
          <p:cNvSpPr/>
          <p:nvPr/>
        </p:nvSpPr>
        <p:spPr>
          <a:xfrm rot="5400000">
            <a:off x="1606031" y="2108043"/>
            <a:ext cx="132990" cy="54532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294C6F9E-6317-79B1-1647-234F9404674F}"/>
              </a:ext>
            </a:extLst>
          </p:cNvPr>
          <p:cNvCxnSpPr>
            <a:stCxn id="4" idx="1"/>
            <a:endCxn id="13" idx="3"/>
          </p:cNvCxnSpPr>
          <p:nvPr/>
        </p:nvCxnSpPr>
        <p:spPr>
          <a:xfrm flipH="1" flipV="1">
            <a:off x="8393659" y="5616760"/>
            <a:ext cx="2737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3367EEA2-DD02-F12F-4ACC-0B46B39B3962}"/>
              </a:ext>
            </a:extLst>
          </p:cNvPr>
          <p:cNvCxnSpPr/>
          <p:nvPr/>
        </p:nvCxnSpPr>
        <p:spPr>
          <a:xfrm flipH="1" flipV="1">
            <a:off x="7124511" y="5621617"/>
            <a:ext cx="2737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9BED577D-779E-C456-D5EF-DDA8869D140D}"/>
              </a:ext>
            </a:extLst>
          </p:cNvPr>
          <p:cNvCxnSpPr>
            <a:cxnSpLocks/>
          </p:cNvCxnSpPr>
          <p:nvPr/>
        </p:nvCxnSpPr>
        <p:spPr>
          <a:xfrm flipH="1" flipV="1">
            <a:off x="5858517" y="5616758"/>
            <a:ext cx="2737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5A8ABA7E-ED25-2CA4-4775-3DC24AC35FAB}"/>
              </a:ext>
            </a:extLst>
          </p:cNvPr>
          <p:cNvCxnSpPr/>
          <p:nvPr/>
        </p:nvCxnSpPr>
        <p:spPr>
          <a:xfrm flipH="1" flipV="1">
            <a:off x="4583651" y="5621617"/>
            <a:ext cx="2737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0F32DD00-98C4-FAE9-DD2E-86422F187A46}"/>
              </a:ext>
            </a:extLst>
          </p:cNvPr>
          <p:cNvCxnSpPr>
            <a:cxnSpLocks/>
            <a:stCxn id="18" idx="0"/>
            <a:endCxn id="5" idx="2"/>
          </p:cNvCxnSpPr>
          <p:nvPr/>
        </p:nvCxnSpPr>
        <p:spPr>
          <a:xfrm flipH="1" flipV="1">
            <a:off x="4024766" y="4500467"/>
            <a:ext cx="1" cy="854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394569A6-B63C-AF5A-4202-F4F084A898E0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V="1">
            <a:off x="4024766" y="3147511"/>
            <a:ext cx="1" cy="829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963CE750-2EF9-EFD6-DFA0-47372C2147F9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504892" y="2885648"/>
            <a:ext cx="2969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2555A39F-BC84-FA94-C8A0-2EF46D8C490E}"/>
              </a:ext>
            </a:extLst>
          </p:cNvPr>
          <p:cNvCxnSpPr>
            <a:cxnSpLocks/>
          </p:cNvCxnSpPr>
          <p:nvPr/>
        </p:nvCxnSpPr>
        <p:spPr>
          <a:xfrm>
            <a:off x="5790398" y="2885648"/>
            <a:ext cx="2969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14DFAC80-F1AA-1CCF-B809-72EA2C4764E7}"/>
              </a:ext>
            </a:extLst>
          </p:cNvPr>
          <p:cNvCxnSpPr>
            <a:cxnSpLocks/>
          </p:cNvCxnSpPr>
          <p:nvPr/>
        </p:nvCxnSpPr>
        <p:spPr>
          <a:xfrm>
            <a:off x="7090863" y="2885648"/>
            <a:ext cx="2969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8F9B9A69-4DBB-9D0D-3F84-85EF0AC5CB97}"/>
              </a:ext>
            </a:extLst>
          </p:cNvPr>
          <p:cNvCxnSpPr>
            <a:cxnSpLocks/>
          </p:cNvCxnSpPr>
          <p:nvPr/>
        </p:nvCxnSpPr>
        <p:spPr>
          <a:xfrm>
            <a:off x="8391326" y="2885648"/>
            <a:ext cx="2969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0" name="圖片 79">
            <a:extLst>
              <a:ext uri="{FF2B5EF4-FFF2-40B4-BE49-F238E27FC236}">
                <a16:creationId xmlns:a16="http://schemas.microsoft.com/office/drawing/2014/main" id="{0CBA5E61-38EB-191E-CC02-171D8F5E8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620" y="5199190"/>
            <a:ext cx="948838" cy="835137"/>
          </a:xfrm>
          <a:prstGeom prst="rect">
            <a:avLst/>
          </a:prstGeom>
        </p:spPr>
      </p:pic>
      <p:sp>
        <p:nvSpPr>
          <p:cNvPr id="81" name="文字方塊 80">
            <a:extLst>
              <a:ext uri="{FF2B5EF4-FFF2-40B4-BE49-F238E27FC236}">
                <a16:creationId xmlns:a16="http://schemas.microsoft.com/office/drawing/2014/main" id="{BCCDFC69-B700-E89C-B6C9-3CF77C6E3211}"/>
              </a:ext>
            </a:extLst>
          </p:cNvPr>
          <p:cNvSpPr txBox="1"/>
          <p:nvPr/>
        </p:nvSpPr>
        <p:spPr>
          <a:xfrm>
            <a:off x="10333141" y="4821817"/>
            <a:ext cx="1577114" cy="31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</p:txBody>
      </p:sp>
      <p:sp>
        <p:nvSpPr>
          <p:cNvPr id="82" name="TextBox 10">
            <a:extLst>
              <a:ext uri="{FF2B5EF4-FFF2-40B4-BE49-F238E27FC236}">
                <a16:creationId xmlns:a16="http://schemas.microsoft.com/office/drawing/2014/main" id="{25AF83EC-01BB-EC9E-2A14-4B7C3A22DB20}"/>
              </a:ext>
            </a:extLst>
          </p:cNvPr>
          <p:cNvSpPr txBox="1"/>
          <p:nvPr/>
        </p:nvSpPr>
        <p:spPr>
          <a:xfrm>
            <a:off x="3647484" y="2011928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i="1" dirty="0">
                <a:solidFill>
                  <a:srgbClr val="000000"/>
                </a:solidFill>
                <a:latin typeface="Times New Roman"/>
              </a:rPr>
              <a:t>Configuration Bus</a:t>
            </a:r>
            <a:endParaRPr sz="1600" b="1" i="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23</Words>
  <Application>Microsoft Office PowerPoint</Application>
  <PresentationFormat>自訂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7</cp:revision>
  <dcterms:created xsi:type="dcterms:W3CDTF">2013-01-27T09:14:16Z</dcterms:created>
  <dcterms:modified xsi:type="dcterms:W3CDTF">2026-07-19T05:41:24Z</dcterms:modified>
  <cp:category/>
</cp:coreProperties>
</file>