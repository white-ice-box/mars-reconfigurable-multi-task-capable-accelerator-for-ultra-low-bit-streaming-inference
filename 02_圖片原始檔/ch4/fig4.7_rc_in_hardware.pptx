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56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800" b="1" i="0" dirty="0">
                <a:solidFill>
                  <a:srgbClr val="000000"/>
                </a:solidFill>
                <a:latin typeface="Times New Roman"/>
                <a:ea typeface="Times New Roman"/>
              </a:rPr>
              <a:t>RC In Hardware — Folded Into The Accumulator Initial Value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190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" y="2766060"/>
            <a:ext cx="457200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085623A2-AE97-50B4-9EAA-6A0DAC46D4EA}"/>
              </a:ext>
            </a:extLst>
          </p:cNvPr>
          <p:cNvGrpSpPr/>
          <p:nvPr/>
        </p:nvGrpSpPr>
        <p:grpSpPr>
          <a:xfrm>
            <a:off x="130969" y="925830"/>
            <a:ext cx="12076271" cy="4645212"/>
            <a:chOff x="130969" y="925830"/>
            <a:chExt cx="12076271" cy="4645212"/>
          </a:xfrm>
        </p:grpSpPr>
        <p:sp>
          <p:nvSpPr>
            <p:cNvPr id="4" name="Rounded Rectangle 3"/>
            <p:cNvSpPr/>
            <p:nvPr/>
          </p:nvSpPr>
          <p:spPr>
            <a:xfrm>
              <a:off x="502920" y="2331720"/>
              <a:ext cx="1417320" cy="868680"/>
            </a:xfrm>
            <a:prstGeom prst="roundRect">
              <a:avLst/>
            </a:prstGeom>
            <a:solidFill>
              <a:srgbClr val="FFF6D9"/>
            </a:solidFill>
            <a:ln w="2222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25400" rIns="25400" bIns="25400" rtlCol="0" anchor="ctr"/>
            <a:lstStyle/>
            <a:p>
              <a:pPr algn="ctr"/>
              <a:r>
                <a:rPr sz="1800" b="1" i="0">
                  <a:solidFill>
                    <a:srgbClr val="000000"/>
                  </a:solidFill>
                  <a:latin typeface="Times New Roman"/>
                  <a:ea typeface="Times New Roman"/>
                </a:rPr>
                <a:t>Input
Buffer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514600" y="2331720"/>
              <a:ext cx="1325880" cy="868680"/>
            </a:xfrm>
            <a:prstGeom prst="roundRect">
              <a:avLst/>
            </a:prstGeom>
            <a:solidFill>
              <a:srgbClr val="FCE4D6"/>
            </a:solidFill>
            <a:ln w="2222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25400" rIns="25400" bIns="25400" rtlCol="0" anchor="ctr"/>
            <a:lstStyle/>
            <a:p>
              <a:pPr algn="ctr"/>
              <a:r>
                <a:rPr sz="2000" b="1" i="0">
                  <a:solidFill>
                    <a:srgbClr val="000000"/>
                  </a:solidFill>
                  <a:latin typeface="Times New Roman"/>
                  <a:ea typeface="Times New Roman"/>
                </a:rPr>
                <a:t>XNOR</a:t>
              </a:r>
            </a:p>
            <a:p>
              <a:pPr algn="ctr"/>
              <a:r>
                <a:rPr sz="1300" b="0" i="1">
                  <a:solidFill>
                    <a:srgbClr val="000000"/>
                  </a:solidFill>
                  <a:latin typeface="Times New Roman"/>
                  <a:ea typeface="Times New Roman"/>
                </a:rPr>
                <a:t>[SIMD]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434840" y="2331720"/>
              <a:ext cx="1325880" cy="868680"/>
            </a:xfrm>
            <a:prstGeom prst="roundRect">
              <a:avLst/>
            </a:prstGeom>
            <a:solidFill>
              <a:srgbClr val="FCE4D6"/>
            </a:solidFill>
            <a:ln w="2222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25400" rIns="25400" bIns="25400" rtlCol="0" anchor="ctr"/>
            <a:lstStyle/>
            <a:p>
              <a:pPr algn="ctr"/>
              <a:r>
                <a:rPr sz="2000" b="1" i="0" dirty="0" err="1">
                  <a:solidFill>
                    <a:srgbClr val="000000"/>
                  </a:solidFill>
                  <a:latin typeface="Times New Roman"/>
                  <a:ea typeface="Times New Roman"/>
                </a:rPr>
                <a:t>Popcount</a:t>
              </a:r>
              <a:endParaRPr sz="2000" b="1" i="0" dirty="0">
                <a:solidFill>
                  <a:srgbClr val="000000"/>
                </a:solidFill>
                <a:latin typeface="Times New Roman"/>
                <a:ea typeface="Times New Roman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6355080" y="2423160"/>
              <a:ext cx="685800" cy="685800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2600" b="1" i="0">
                  <a:solidFill>
                    <a:srgbClr val="000000"/>
                  </a:solidFill>
                  <a:latin typeface="Times New Roman"/>
                  <a:ea typeface="Times New Roman"/>
                </a:rPr>
                <a:t>+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543800" y="2148839"/>
              <a:ext cx="777240" cy="1234440"/>
            </a:xfrm>
            <a:prstGeom prst="roundRect">
              <a:avLst/>
            </a:prstGeom>
            <a:solidFill>
              <a:srgbClr val="DDEBF7"/>
            </a:solidFill>
            <a:ln w="2222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25400" rIns="25400" bIns="25400" rtlCol="0" anchor="ctr"/>
            <a:lstStyle/>
            <a:p>
              <a:pPr algn="ctr"/>
              <a:r>
                <a:rPr sz="1600" b="1" i="0">
                  <a:solidFill>
                    <a:srgbClr val="000000"/>
                  </a:solidFill>
                  <a:latin typeface="Times New Roman"/>
                  <a:ea typeface="Times New Roman"/>
                </a:rPr>
                <a:t>M
U
X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15400" y="2331720"/>
              <a:ext cx="1417320" cy="868680"/>
            </a:xfrm>
            <a:prstGeom prst="roundRect">
              <a:avLst/>
            </a:prstGeom>
            <a:solidFill>
              <a:srgbClr val="DDEBF7"/>
            </a:solidFill>
            <a:ln w="2222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25400" rIns="25400" bIns="25400" rtlCol="0" anchor="ctr"/>
            <a:lstStyle/>
            <a:p>
              <a:pPr algn="ctr"/>
              <a:r>
                <a:rPr sz="2000" b="1" i="0" dirty="0" err="1">
                  <a:solidFill>
                    <a:srgbClr val="000000"/>
                  </a:solidFill>
                  <a:latin typeface="Times New Roman"/>
                  <a:ea typeface="Times New Roman"/>
                </a:rPr>
                <a:t>hidden_acc</a:t>
              </a:r>
              <a:endParaRPr sz="2000" b="1" i="0" dirty="0">
                <a:solidFill>
                  <a:srgbClr val="000000"/>
                </a:solidFill>
                <a:latin typeface="Times New Roman"/>
                <a:ea typeface="Times New Roman"/>
              </a:endParaRPr>
            </a:p>
            <a:p>
              <a:pPr algn="ctr"/>
              <a:r>
                <a:rPr sz="1300" b="0" i="1" dirty="0">
                  <a:solidFill>
                    <a:srgbClr val="000000"/>
                  </a:solidFill>
                  <a:latin typeface="Times New Roman"/>
                  <a:ea typeface="Times New Roman"/>
                </a:rPr>
                <a:t>register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881360" y="2331720"/>
              <a:ext cx="868680" cy="868680"/>
            </a:xfrm>
            <a:prstGeom prst="roundRect">
              <a:avLst/>
            </a:prstGeom>
            <a:solidFill>
              <a:srgbClr val="D5F5E3"/>
            </a:solidFill>
            <a:ln w="2222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25400" rIns="25400" bIns="25400" rtlCol="0" anchor="ctr"/>
            <a:lstStyle/>
            <a:p>
              <a:pPr algn="ctr"/>
              <a:r>
                <a:rPr sz="1800" b="1" i="0">
                  <a:solidFill>
                    <a:srgbClr val="000000"/>
                  </a:solidFill>
                  <a:latin typeface="Times New Roman"/>
                  <a:ea typeface="Times New Roman"/>
                </a:rPr>
                <a:t>Sign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6364" y="1977110"/>
              <a:ext cx="687432" cy="2154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sz="1400" b="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S</a:t>
              </a:r>
              <a:r>
                <a:rPr sz="1400" b="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tream in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1920240" y="2766060"/>
              <a:ext cx="594360" cy="0"/>
            </a:xfrm>
            <a:prstGeom prst="line">
              <a:avLst/>
            </a:prstGeom>
            <a:ln w="22225">
              <a:solidFill>
                <a:srgbClr val="00000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938528" y="2404872"/>
              <a:ext cx="548640" cy="2560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200" b="0" i="0">
                  <a:solidFill>
                    <a:srgbClr val="606060"/>
                  </a:solidFill>
                  <a:latin typeface="Times New Roman"/>
                  <a:ea typeface="Times New Roman"/>
                </a:rPr>
                <a:t>[SIMD]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3840480" y="2766060"/>
              <a:ext cx="594360" cy="0"/>
            </a:xfrm>
            <a:prstGeom prst="line">
              <a:avLst/>
            </a:prstGeom>
            <a:ln w="22225">
              <a:solidFill>
                <a:srgbClr val="00000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5760720" y="2766060"/>
              <a:ext cx="594360" cy="0"/>
            </a:xfrm>
            <a:prstGeom prst="line">
              <a:avLst/>
            </a:prstGeom>
            <a:ln w="22225">
              <a:solidFill>
                <a:srgbClr val="00000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040880" y="2766060"/>
              <a:ext cx="502920" cy="0"/>
            </a:xfrm>
            <a:prstGeom prst="line">
              <a:avLst/>
            </a:prstGeom>
            <a:ln w="22225">
              <a:solidFill>
                <a:srgbClr val="00000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8321040" y="2766060"/>
              <a:ext cx="594360" cy="0"/>
            </a:xfrm>
            <a:prstGeom prst="line">
              <a:avLst/>
            </a:prstGeom>
            <a:ln w="22225">
              <a:solidFill>
                <a:srgbClr val="00000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10332720" y="2766060"/>
              <a:ext cx="548640" cy="0"/>
            </a:xfrm>
            <a:prstGeom prst="line">
              <a:avLst/>
            </a:prstGeom>
            <a:ln w="22225">
              <a:solidFill>
                <a:srgbClr val="00000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11750040" y="2766060"/>
              <a:ext cx="411480" cy="0"/>
            </a:xfrm>
            <a:prstGeom prst="line">
              <a:avLst/>
            </a:prstGeom>
            <a:ln w="22225">
              <a:solidFill>
                <a:srgbClr val="00000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10835640" y="1920239"/>
              <a:ext cx="1371600" cy="2743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400" b="0" i="1" dirty="0" err="1">
                  <a:solidFill>
                    <a:srgbClr val="606060"/>
                  </a:solidFill>
                  <a:latin typeface="Times New Roman"/>
                  <a:ea typeface="Times New Roman"/>
                </a:rPr>
                <a:t>hidden_act</a:t>
              </a:r>
              <a:r>
                <a:rPr sz="1400" b="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 [1b]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9601200" y="3200400"/>
              <a:ext cx="0" cy="548639"/>
            </a:xfrm>
            <a:prstGeom prst="line">
              <a:avLst/>
            </a:prstGeom>
            <a:ln w="2222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 flipH="1">
              <a:off x="6693408" y="3749039"/>
              <a:ext cx="2907792" cy="0"/>
            </a:xfrm>
            <a:prstGeom prst="line">
              <a:avLst/>
            </a:prstGeom>
            <a:ln w="2222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V="1">
              <a:off x="6693408" y="3108960"/>
              <a:ext cx="0" cy="640079"/>
            </a:xfrm>
            <a:prstGeom prst="line">
              <a:avLst/>
            </a:prstGeom>
            <a:ln w="22225">
              <a:solidFill>
                <a:srgbClr val="00000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5334842" y="3466132"/>
              <a:ext cx="1171796" cy="20005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sz="1300" b="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A</a:t>
              </a:r>
              <a:r>
                <a:rPr sz="1300" b="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ccumulate </a:t>
              </a:r>
              <a:r>
                <a:rPr lang="en-US" sz="1300" b="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L</a:t>
              </a:r>
              <a:r>
                <a:rPr sz="1300" b="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oop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2331720" y="4572000"/>
              <a:ext cx="1463040" cy="777240"/>
            </a:xfrm>
            <a:prstGeom prst="roundRect">
              <a:avLst/>
            </a:prstGeom>
            <a:solidFill>
              <a:srgbClr val="FFFFFF"/>
            </a:solidFill>
            <a:ln w="2222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25400" rIns="25400" bIns="25400" rtlCol="0" anchor="ctr"/>
            <a:lstStyle/>
            <a:p>
              <a:pPr algn="ctr"/>
              <a:r>
                <a:rPr lang="en-US" sz="2000" b="1" i="0" dirty="0" err="1">
                  <a:solidFill>
                    <a:srgbClr val="000000"/>
                  </a:solidFill>
                  <a:latin typeface="Times New Roman"/>
                  <a:ea typeface="Times New Roman"/>
                </a:rPr>
                <a:t>r</a:t>
              </a:r>
              <a:r>
                <a:rPr sz="2000" b="1" i="0" dirty="0" err="1">
                  <a:solidFill>
                    <a:srgbClr val="000000"/>
                  </a:solidFill>
                  <a:latin typeface="Times New Roman"/>
                  <a:ea typeface="Times New Roman"/>
                </a:rPr>
                <a:t>am_down</a:t>
              </a:r>
              <a:endParaRPr sz="2000" b="1" i="0" dirty="0">
                <a:solidFill>
                  <a:srgbClr val="000000"/>
                </a:solidFill>
                <a:latin typeface="Times New Roman"/>
                <a:ea typeface="Times New Roman"/>
              </a:endParaRP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949440" y="4572000"/>
              <a:ext cx="1463040" cy="777240"/>
            </a:xfrm>
            <a:prstGeom prst="roundRect">
              <a:avLst/>
            </a:prstGeom>
            <a:solidFill>
              <a:srgbClr val="D5F5E3"/>
            </a:solidFill>
            <a:ln w="28575">
              <a:solidFill>
                <a:srgbClr val="1E844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25400" rIns="25400" bIns="25400" rtlCol="0" anchor="ctr"/>
            <a:lstStyle/>
            <a:p>
              <a:pPr algn="ctr"/>
              <a:r>
                <a:rPr lang="en-US" sz="2000" b="1" i="0" dirty="0" err="1">
                  <a:solidFill>
                    <a:srgbClr val="000000"/>
                  </a:solidFill>
                  <a:latin typeface="Times New Roman"/>
                  <a:ea typeface="Times New Roman"/>
                </a:rPr>
                <a:t>r</a:t>
              </a:r>
              <a:r>
                <a:rPr sz="2000" b="1" i="0" dirty="0" err="1">
                  <a:solidFill>
                    <a:srgbClr val="000000"/>
                  </a:solidFill>
                  <a:latin typeface="Times New Roman"/>
                  <a:ea typeface="Times New Roman"/>
                </a:rPr>
                <a:t>am_rc</a:t>
              </a:r>
              <a:endParaRPr sz="2000" b="1" i="0" dirty="0">
                <a:solidFill>
                  <a:srgbClr val="000000"/>
                </a:solidFill>
                <a:latin typeface="Times New Roman"/>
                <a:ea typeface="Times New Roman"/>
              </a:endParaRPr>
            </a:p>
          </p:txBody>
        </p:sp>
        <p:cxnSp>
          <p:nvCxnSpPr>
            <p:cNvPr id="28" name="Connector 27"/>
            <p:cNvCxnSpPr/>
            <p:nvPr/>
          </p:nvCxnSpPr>
          <p:spPr>
            <a:xfrm flipV="1">
              <a:off x="3063240" y="3200400"/>
              <a:ext cx="0" cy="1371600"/>
            </a:xfrm>
            <a:prstGeom prst="line">
              <a:avLst/>
            </a:prstGeom>
            <a:ln w="22225">
              <a:solidFill>
                <a:srgbClr val="00000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3213879" y="3831892"/>
              <a:ext cx="521681" cy="20005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sz="1300" b="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W</a:t>
              </a:r>
              <a:r>
                <a:rPr sz="1300" b="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eights</a:t>
              </a:r>
            </a:p>
          </p:txBody>
        </p:sp>
        <p:cxnSp>
          <p:nvCxnSpPr>
            <p:cNvPr id="30" name="Connector 29"/>
            <p:cNvCxnSpPr/>
            <p:nvPr/>
          </p:nvCxnSpPr>
          <p:spPr>
            <a:xfrm flipV="1">
              <a:off x="7680960" y="3383279"/>
              <a:ext cx="0" cy="1188721"/>
            </a:xfrm>
            <a:prstGeom prst="line">
              <a:avLst/>
            </a:prstGeom>
            <a:ln w="31750">
              <a:solidFill>
                <a:srgbClr val="1E8449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7882127" y="4041648"/>
              <a:ext cx="1737360" cy="2743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400" b="1" i="0" dirty="0">
                  <a:solidFill>
                    <a:srgbClr val="1E8449"/>
                  </a:solidFill>
                  <a:latin typeface="Times New Roman"/>
                  <a:ea typeface="Times New Roman"/>
                </a:rPr>
                <a:t>RC = initial value</a:t>
              </a:r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7927848" y="1417320"/>
              <a:ext cx="0" cy="731519"/>
            </a:xfrm>
            <a:prstGeom prst="line">
              <a:avLst/>
            </a:prstGeom>
            <a:ln w="19050">
              <a:solidFill>
                <a:srgbClr val="60606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7154355" y="1152700"/>
              <a:ext cx="1601850" cy="20005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sz="1300" b="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W</a:t>
              </a:r>
              <a:r>
                <a:rPr sz="1300" b="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indow </a:t>
              </a:r>
              <a:r>
                <a:rPr lang="en-US" sz="1300" b="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S</a:t>
              </a:r>
              <a:r>
                <a:rPr sz="1300" b="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tart → </a:t>
              </a:r>
              <a:r>
                <a:rPr sz="1300" b="0" i="1" dirty="0" err="1">
                  <a:solidFill>
                    <a:srgbClr val="606060"/>
                  </a:solidFill>
                  <a:latin typeface="Times New Roman"/>
                  <a:ea typeface="Times New Roman"/>
                </a:rPr>
                <a:t>sel</a:t>
              </a:r>
              <a:r>
                <a:rPr sz="1300" b="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 </a:t>
              </a:r>
              <a:r>
                <a:rPr sz="1300" b="0" i="1" dirty="0" err="1">
                  <a:solidFill>
                    <a:srgbClr val="606060"/>
                  </a:solidFill>
                  <a:latin typeface="Times New Roman"/>
                  <a:ea typeface="Times New Roman"/>
                </a:rPr>
                <a:t>init</a:t>
              </a:r>
              <a:endParaRPr sz="1300" b="0" i="1" dirty="0">
                <a:solidFill>
                  <a:srgbClr val="606060"/>
                </a:solidFill>
                <a:latin typeface="Times New Roman"/>
                <a:ea typeface="Times New Roman"/>
              </a:endParaRPr>
            </a:p>
          </p:txBody>
        </p:sp>
        <p:cxnSp>
          <p:nvCxnSpPr>
            <p:cNvPr id="34" name="Connector 33"/>
            <p:cNvCxnSpPr/>
            <p:nvPr/>
          </p:nvCxnSpPr>
          <p:spPr>
            <a:xfrm>
              <a:off x="274320" y="4960620"/>
              <a:ext cx="2057400" cy="0"/>
            </a:xfrm>
            <a:prstGeom prst="line">
              <a:avLst/>
            </a:prstGeom>
            <a:ln w="19050">
              <a:solidFill>
                <a:srgbClr val="60606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3794760" y="4960620"/>
              <a:ext cx="3154680" cy="0"/>
            </a:xfrm>
            <a:prstGeom prst="line">
              <a:avLst/>
            </a:prstGeom>
            <a:ln w="19050">
              <a:solidFill>
                <a:srgbClr val="606060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130969" y="5170932"/>
              <a:ext cx="2344103" cy="40011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sz="1300" b="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P</a:t>
              </a:r>
              <a:r>
                <a:rPr lang="en-US" sz="130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arameter</a:t>
              </a:r>
              <a:r>
                <a:rPr sz="1300" b="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 </a:t>
              </a:r>
              <a:r>
                <a:rPr lang="en-US" sz="130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W</a:t>
              </a:r>
              <a:r>
                <a:rPr sz="1300" b="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rite </a:t>
              </a:r>
              <a:endParaRPr lang="en-US" sz="1300" b="0" i="1" dirty="0">
                <a:solidFill>
                  <a:srgbClr val="606060"/>
                </a:solidFill>
                <a:latin typeface="Times New Roman"/>
                <a:ea typeface="Times New Roman"/>
              </a:endParaRPr>
            </a:p>
            <a:p>
              <a:pPr algn="l"/>
              <a:r>
                <a:rPr sz="1300" b="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(</a:t>
              </a:r>
              <a:r>
                <a:rPr lang="en-US" sz="130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F</a:t>
              </a:r>
              <a:r>
                <a:rPr sz="1300" b="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rom F</a:t>
              </a:r>
              <a:r>
                <a:rPr lang="en-US" sz="1300" b="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unction Switch Controller</a:t>
              </a:r>
              <a:r>
                <a:rPr sz="1300" b="0" i="1" dirty="0">
                  <a:solidFill>
                    <a:srgbClr val="606060"/>
                  </a:solidFill>
                  <a:latin typeface="Times New Roman"/>
                  <a:ea typeface="Times New Roman"/>
                </a:rPr>
                <a:t>)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9144000" y="1241298"/>
              <a:ext cx="1554480" cy="640080"/>
            </a:xfrm>
            <a:prstGeom prst="roundRect">
              <a:avLst/>
            </a:prstGeom>
            <a:solidFill>
              <a:srgbClr val="FFFFFF"/>
            </a:solidFill>
            <a:ln w="22225">
              <a:solidFill>
                <a:srgbClr val="C0392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25400" rIns="25400" bIns="25400" rtlCol="0" anchor="ctr"/>
            <a:lstStyle/>
            <a:p>
              <a:pPr algn="ctr"/>
              <a:r>
                <a:rPr sz="1600" b="1" i="0" dirty="0">
                  <a:solidFill>
                    <a:srgbClr val="C0392B"/>
                  </a:solidFill>
                  <a:latin typeface="Times New Roman"/>
                  <a:ea typeface="Times New Roman"/>
                </a:rPr>
                <a:t>“+ RC” adder</a:t>
              </a:r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9144000" y="1252728"/>
              <a:ext cx="1554480" cy="640080"/>
            </a:xfrm>
            <a:prstGeom prst="line">
              <a:avLst/>
            </a:prstGeom>
            <a:ln w="28575">
              <a:solidFill>
                <a:srgbClr val="C0392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 flipV="1">
              <a:off x="9144000" y="1241297"/>
              <a:ext cx="1554480" cy="640080"/>
            </a:xfrm>
            <a:prstGeom prst="line">
              <a:avLst/>
            </a:prstGeom>
            <a:ln w="28575">
              <a:solidFill>
                <a:srgbClr val="C0392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8869680" y="925830"/>
              <a:ext cx="2103120" cy="2743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400" b="1" i="0" dirty="0">
                  <a:solidFill>
                    <a:srgbClr val="C0392B"/>
                  </a:solidFill>
                  <a:latin typeface="Times New Roman"/>
                  <a:ea typeface="Times New Roman"/>
                </a:rPr>
                <a:t>no extra adder / stage</a:t>
              </a:r>
            </a:p>
          </p:txBody>
        </p:sp>
      </p:grpSp>
      <p:sp>
        <p:nvSpPr>
          <p:cNvPr id="41" name="Rounded Rectangle 40"/>
          <p:cNvSpPr/>
          <p:nvPr/>
        </p:nvSpPr>
        <p:spPr>
          <a:xfrm>
            <a:off x="502920" y="5806440"/>
            <a:ext cx="11201400" cy="777240"/>
          </a:xfrm>
          <a:prstGeom prst="roundRect">
            <a:avLst/>
          </a:prstGeom>
          <a:solidFill>
            <a:srgbClr val="FFF6D9"/>
          </a:solidFill>
          <a:ln w="15875"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 dirty="0">
                <a:solidFill>
                  <a:srgbClr val="000000"/>
                </a:solidFill>
                <a:latin typeface="Times New Roman"/>
                <a:ea typeface="Times New Roman"/>
              </a:rPr>
              <a:t>The register must load an initial value every window anyway — RC simply replaces 0.</a:t>
            </a:r>
          </a:p>
          <a:p>
            <a:pPr algn="ctr"/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</a:rPr>
              <a:t>Datapath unchanged: 0 extra adders, 0 DSP, 0 pipeline stages.  Cost =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</a:rPr>
              <a:t>ram_rc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</a:rPr>
              <a:t> storage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124</Words>
  <Application>Microsoft Office PowerPoint</Application>
  <PresentationFormat>寬螢幕</PresentationFormat>
  <Paragraphs>25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黃柏鈞</dc:creator>
  <cp:keywords/>
  <dc:description>generated using python-pptx</dc:description>
  <cp:lastModifiedBy>barkie</cp:lastModifiedBy>
  <cp:revision>3</cp:revision>
  <dcterms:created xsi:type="dcterms:W3CDTF">2013-01-27T09:14:16Z</dcterms:created>
  <dcterms:modified xsi:type="dcterms:W3CDTF">2026-07-15T15:12:52Z</dcterms:modified>
  <cp:category/>
</cp:coreProperties>
</file>