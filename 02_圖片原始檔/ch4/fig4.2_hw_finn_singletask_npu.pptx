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571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22">
            <a:extLst>
              <a:ext uri="{FF2B5EF4-FFF2-40B4-BE49-F238E27FC236}">
                <a16:creationId xmlns:a16="http://schemas.microsoft.com/office/drawing/2014/main" id="{2C97F1C1-00DC-0169-2023-9F7B074AD0BC}"/>
              </a:ext>
            </a:extLst>
          </p:cNvPr>
          <p:cNvSpPr/>
          <p:nvPr/>
        </p:nvSpPr>
        <p:spPr>
          <a:xfrm>
            <a:off x="2658318" y="1424261"/>
            <a:ext cx="6872188" cy="44611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508258F1-00B0-4F4F-BC5D-C81935C676E1}"/>
              </a:ext>
            </a:extLst>
          </p:cNvPr>
          <p:cNvSpPr/>
          <p:nvPr/>
        </p:nvSpPr>
        <p:spPr>
          <a:xfrm>
            <a:off x="8194977" y="4923239"/>
            <a:ext cx="996008" cy="504733"/>
          </a:xfrm>
          <a:prstGeom prst="rect">
            <a:avLst/>
          </a:prstGeom>
          <a:solidFill>
            <a:srgbClr val="DBE5F6"/>
          </a:solidFill>
          <a:ln w="1905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MVAU0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E6F4ADE1-7775-F1DA-2C13-932890240401}"/>
              </a:ext>
            </a:extLst>
          </p:cNvPr>
          <p:cNvSpPr/>
          <p:nvPr/>
        </p:nvSpPr>
        <p:spPr>
          <a:xfrm>
            <a:off x="2993333" y="3564762"/>
            <a:ext cx="996008" cy="504733"/>
          </a:xfrm>
          <a:prstGeom prst="rect">
            <a:avLst/>
          </a:prstGeom>
          <a:solidFill>
            <a:srgbClr val="F1F1F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MaxPool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0B623805-B420-7A4D-7F3B-08F681329111}"/>
              </a:ext>
            </a:extLst>
          </p:cNvPr>
          <p:cNvSpPr/>
          <p:nvPr/>
        </p:nvSpPr>
        <p:spPr>
          <a:xfrm>
            <a:off x="5620727" y="4923239"/>
            <a:ext cx="976999" cy="504733"/>
          </a:xfrm>
          <a:prstGeom prst="rect">
            <a:avLst/>
          </a:prstGeom>
          <a:solidFill>
            <a:srgbClr val="F1F1F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MaxPool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6CF78DFF-C997-2635-9DA8-E27BC3E9BD5A}"/>
              </a:ext>
            </a:extLst>
          </p:cNvPr>
          <p:cNvSpPr/>
          <p:nvPr/>
        </p:nvSpPr>
        <p:spPr>
          <a:xfrm>
            <a:off x="10171044" y="2192291"/>
            <a:ext cx="996008" cy="504733"/>
          </a:xfrm>
          <a:prstGeom prst="rect">
            <a:avLst/>
          </a:prstGeom>
          <a:solidFill>
            <a:srgbClr val="DCEBCF"/>
          </a:solidFill>
          <a:ln w="1905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Output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6F1F36B5-87FC-85FF-9FD2-81EE576E0895}"/>
              </a:ext>
            </a:extLst>
          </p:cNvPr>
          <p:cNvSpPr/>
          <p:nvPr/>
        </p:nvSpPr>
        <p:spPr>
          <a:xfrm>
            <a:off x="5604916" y="2231128"/>
            <a:ext cx="996008" cy="504733"/>
          </a:xfrm>
          <a:prstGeom prst="rect">
            <a:avLst/>
          </a:prstGeom>
          <a:solidFill>
            <a:srgbClr val="DBE5F6"/>
          </a:solidFill>
          <a:ln w="1905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MVAU6</a:t>
            </a: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4EA7DB1-0BEB-9C7B-5D08-54331D62B836}"/>
              </a:ext>
            </a:extLst>
          </p:cNvPr>
          <p:cNvSpPr/>
          <p:nvPr/>
        </p:nvSpPr>
        <p:spPr>
          <a:xfrm>
            <a:off x="6924832" y="2231128"/>
            <a:ext cx="996008" cy="504733"/>
          </a:xfrm>
          <a:prstGeom prst="rect">
            <a:avLst/>
          </a:prstGeom>
          <a:solidFill>
            <a:srgbClr val="DBE5F6"/>
          </a:solidFill>
          <a:ln w="1905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MVAU7</a:t>
            </a:r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0D62C934-C684-8930-7E04-63DFC3352A47}"/>
              </a:ext>
            </a:extLst>
          </p:cNvPr>
          <p:cNvSpPr/>
          <p:nvPr/>
        </p:nvSpPr>
        <p:spPr>
          <a:xfrm>
            <a:off x="8236744" y="2231128"/>
            <a:ext cx="996008" cy="504733"/>
          </a:xfrm>
          <a:prstGeom prst="rect">
            <a:avLst/>
          </a:prstGeom>
          <a:solidFill>
            <a:srgbClr val="DBE5F6"/>
          </a:solidFill>
          <a:ln w="1905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MVAU8</a:t>
            </a: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B00ECE7F-8379-6659-B422-C5DAD7220029}"/>
              </a:ext>
            </a:extLst>
          </p:cNvPr>
          <p:cNvSpPr/>
          <p:nvPr/>
        </p:nvSpPr>
        <p:spPr>
          <a:xfrm>
            <a:off x="1094372" y="1424261"/>
            <a:ext cx="1274646" cy="95870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703DA41B-48F5-2652-9F47-DC69FCC93387}"/>
              </a:ext>
            </a:extLst>
          </p:cNvPr>
          <p:cNvSpPr/>
          <p:nvPr/>
        </p:nvSpPr>
        <p:spPr>
          <a:xfrm>
            <a:off x="10096764" y="1437691"/>
            <a:ext cx="1169539" cy="44611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75103D59-4D1B-106B-C379-ACE38475F026}"/>
              </a:ext>
            </a:extLst>
          </p:cNvPr>
          <p:cNvSpPr/>
          <p:nvPr/>
        </p:nvSpPr>
        <p:spPr>
          <a:xfrm>
            <a:off x="6921635" y="4923238"/>
            <a:ext cx="996008" cy="5047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MVAU1</a:t>
            </a: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55C1E2F3-BFC3-3707-3812-6E7ADF57D4E2}"/>
              </a:ext>
            </a:extLst>
          </p:cNvPr>
          <p:cNvSpPr/>
          <p:nvPr/>
        </p:nvSpPr>
        <p:spPr>
          <a:xfrm>
            <a:off x="4347385" y="4923238"/>
            <a:ext cx="996008" cy="5047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MVAU2</a:t>
            </a:r>
          </a:p>
        </p:txBody>
      </p:sp>
      <p:sp>
        <p:nvSpPr>
          <p:cNvPr id="35" name="Rectangle 9">
            <a:extLst>
              <a:ext uri="{FF2B5EF4-FFF2-40B4-BE49-F238E27FC236}">
                <a16:creationId xmlns:a16="http://schemas.microsoft.com/office/drawing/2014/main" id="{9EFAF901-5E77-D057-5C84-01295175A0FE}"/>
              </a:ext>
            </a:extLst>
          </p:cNvPr>
          <p:cNvSpPr/>
          <p:nvPr/>
        </p:nvSpPr>
        <p:spPr>
          <a:xfrm>
            <a:off x="4278643" y="2231128"/>
            <a:ext cx="996008" cy="5047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MVAU5</a:t>
            </a:r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7021CD8F-26F7-E89E-0920-D0E8F993039C}"/>
              </a:ext>
            </a:extLst>
          </p:cNvPr>
          <p:cNvSpPr/>
          <p:nvPr/>
        </p:nvSpPr>
        <p:spPr>
          <a:xfrm>
            <a:off x="2993335" y="2231127"/>
            <a:ext cx="996008" cy="5047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MVAU4</a:t>
            </a:r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ABEF953E-953D-0EEC-4499-C24C98D6FDD1}"/>
              </a:ext>
            </a:extLst>
          </p:cNvPr>
          <p:cNvSpPr/>
          <p:nvPr/>
        </p:nvSpPr>
        <p:spPr>
          <a:xfrm>
            <a:off x="2993335" y="4923238"/>
            <a:ext cx="996008" cy="5047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MVAU3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C2B5588-80AF-783E-3DAF-83310161F07C}"/>
              </a:ext>
            </a:extLst>
          </p:cNvPr>
          <p:cNvSpPr txBox="1"/>
          <p:nvPr/>
        </p:nvSpPr>
        <p:spPr>
          <a:xfrm>
            <a:off x="1166250" y="1454718"/>
            <a:ext cx="1094999" cy="320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C880F2D3-2C26-EFC1-4FB4-F252F9F8358D}"/>
              </a:ext>
            </a:extLst>
          </p:cNvPr>
          <p:cNvSpPr/>
          <p:nvPr/>
        </p:nvSpPr>
        <p:spPr>
          <a:xfrm>
            <a:off x="1204074" y="1786666"/>
            <a:ext cx="1041563" cy="50473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Micro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F0F01008-DC99-86FC-294A-10011A842C7F}"/>
              </a:ext>
            </a:extLst>
          </p:cNvPr>
          <p:cNvSpPr txBox="1"/>
          <p:nvPr/>
        </p:nvSpPr>
        <p:spPr>
          <a:xfrm>
            <a:off x="8364795" y="1412283"/>
            <a:ext cx="1094999" cy="320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AD6C9B9-E699-9A72-67F5-D0A2EB8BAD7A}"/>
              </a:ext>
            </a:extLst>
          </p:cNvPr>
          <p:cNvSpPr txBox="1"/>
          <p:nvPr/>
        </p:nvSpPr>
        <p:spPr>
          <a:xfrm>
            <a:off x="10121548" y="1412283"/>
            <a:ext cx="1094999" cy="320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DRAM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箭號: 向右 41">
            <a:extLst>
              <a:ext uri="{FF2B5EF4-FFF2-40B4-BE49-F238E27FC236}">
                <a16:creationId xmlns:a16="http://schemas.microsoft.com/office/drawing/2014/main" id="{FFC5D22E-CB78-3A60-705D-29A37E6C58F6}"/>
              </a:ext>
            </a:extLst>
          </p:cNvPr>
          <p:cNvSpPr/>
          <p:nvPr/>
        </p:nvSpPr>
        <p:spPr>
          <a:xfrm rot="10800000">
            <a:off x="9232752" y="5018520"/>
            <a:ext cx="839043" cy="3097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6F147C89-E3B0-BFB6-0E25-582E6C5D6789}"/>
              </a:ext>
            </a:extLst>
          </p:cNvPr>
          <p:cNvSpPr/>
          <p:nvPr/>
        </p:nvSpPr>
        <p:spPr>
          <a:xfrm>
            <a:off x="9280745" y="2310395"/>
            <a:ext cx="791050" cy="3097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30872223-0C80-9013-086F-3BA9A5FCB65A}"/>
              </a:ext>
            </a:extLst>
          </p:cNvPr>
          <p:cNvCxnSpPr>
            <a:cxnSpLocks/>
            <a:stCxn id="24" idx="1"/>
            <a:endCxn id="33" idx="3"/>
          </p:cNvCxnSpPr>
          <p:nvPr/>
        </p:nvCxnSpPr>
        <p:spPr>
          <a:xfrm flipH="1" flipV="1">
            <a:off x="7917643" y="5175605"/>
            <a:ext cx="2773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F1E72FC1-EEC0-025B-FA4C-63CC9F21CC41}"/>
              </a:ext>
            </a:extLst>
          </p:cNvPr>
          <p:cNvCxnSpPr>
            <a:cxnSpLocks/>
          </p:cNvCxnSpPr>
          <p:nvPr/>
        </p:nvCxnSpPr>
        <p:spPr>
          <a:xfrm flipH="1" flipV="1">
            <a:off x="6631818" y="5174635"/>
            <a:ext cx="2773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C1226D13-9E5F-8ADD-753F-B023DA25FB9B}"/>
              </a:ext>
            </a:extLst>
          </p:cNvPr>
          <p:cNvCxnSpPr>
            <a:cxnSpLocks/>
          </p:cNvCxnSpPr>
          <p:nvPr/>
        </p:nvCxnSpPr>
        <p:spPr>
          <a:xfrm flipH="1" flipV="1">
            <a:off x="5349186" y="5169846"/>
            <a:ext cx="2773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82A465B9-E5F1-6F09-454C-A5A8120ED5C2}"/>
              </a:ext>
            </a:extLst>
          </p:cNvPr>
          <p:cNvCxnSpPr>
            <a:cxnSpLocks/>
          </p:cNvCxnSpPr>
          <p:nvPr/>
        </p:nvCxnSpPr>
        <p:spPr>
          <a:xfrm flipH="1" flipV="1">
            <a:off x="4057568" y="5174635"/>
            <a:ext cx="2773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551A8AB3-6783-E879-B76E-C8F838F98C3A}"/>
              </a:ext>
            </a:extLst>
          </p:cNvPr>
          <p:cNvCxnSpPr>
            <a:cxnSpLocks/>
            <a:stCxn id="37" idx="0"/>
            <a:endCxn id="25" idx="2"/>
          </p:cNvCxnSpPr>
          <p:nvPr/>
        </p:nvCxnSpPr>
        <p:spPr>
          <a:xfrm flipH="1" flipV="1">
            <a:off x="3491337" y="4069495"/>
            <a:ext cx="1" cy="853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1605B10D-0D8F-D847-7439-29880FDAE54B}"/>
              </a:ext>
            </a:extLst>
          </p:cNvPr>
          <p:cNvCxnSpPr>
            <a:cxnSpLocks/>
            <a:stCxn id="25" idx="0"/>
            <a:endCxn id="36" idx="2"/>
          </p:cNvCxnSpPr>
          <p:nvPr/>
        </p:nvCxnSpPr>
        <p:spPr>
          <a:xfrm flipV="1">
            <a:off x="3491336" y="2735858"/>
            <a:ext cx="1" cy="828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1B498EFA-A8B6-B733-1928-D44A255AECF2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977773" y="2477736"/>
            <a:ext cx="300871" cy="5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0B2A4FDB-49F2-5378-A1FC-797F0EDC7E63}"/>
              </a:ext>
            </a:extLst>
          </p:cNvPr>
          <p:cNvCxnSpPr>
            <a:cxnSpLocks/>
          </p:cNvCxnSpPr>
          <p:nvPr/>
        </p:nvCxnSpPr>
        <p:spPr>
          <a:xfrm>
            <a:off x="5280172" y="2477736"/>
            <a:ext cx="3008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83DE7A08-93A9-E34F-80C3-44C033E03C6A}"/>
              </a:ext>
            </a:extLst>
          </p:cNvPr>
          <p:cNvCxnSpPr>
            <a:cxnSpLocks/>
          </p:cNvCxnSpPr>
          <p:nvPr/>
        </p:nvCxnSpPr>
        <p:spPr>
          <a:xfrm>
            <a:off x="6597726" y="2477736"/>
            <a:ext cx="3008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17F35C5D-958B-110C-FBD4-FD10C372DF73}"/>
              </a:ext>
            </a:extLst>
          </p:cNvPr>
          <p:cNvCxnSpPr>
            <a:cxnSpLocks/>
          </p:cNvCxnSpPr>
          <p:nvPr/>
        </p:nvCxnSpPr>
        <p:spPr>
          <a:xfrm>
            <a:off x="7915281" y="2477737"/>
            <a:ext cx="30087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4" name="圖片 53">
            <a:extLst>
              <a:ext uri="{FF2B5EF4-FFF2-40B4-BE49-F238E27FC236}">
                <a16:creationId xmlns:a16="http://schemas.microsoft.com/office/drawing/2014/main" id="{5C93BD68-D4C8-8C70-2E5D-DC84FC987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370" y="4776602"/>
            <a:ext cx="961307" cy="804848"/>
          </a:xfrm>
          <a:prstGeom prst="rect">
            <a:avLst/>
          </a:prstGeom>
        </p:spPr>
      </p:pic>
      <p:sp>
        <p:nvSpPr>
          <p:cNvPr id="55" name="文字方塊 54">
            <a:extLst>
              <a:ext uri="{FF2B5EF4-FFF2-40B4-BE49-F238E27FC236}">
                <a16:creationId xmlns:a16="http://schemas.microsoft.com/office/drawing/2014/main" id="{F15F57F3-4CC9-56C7-469F-A34D1C0DEC55}"/>
              </a:ext>
            </a:extLst>
          </p:cNvPr>
          <p:cNvSpPr txBox="1"/>
          <p:nvPr/>
        </p:nvSpPr>
        <p:spPr>
          <a:xfrm>
            <a:off x="9882613" y="4386259"/>
            <a:ext cx="1597839" cy="30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18</Words>
  <Application>Microsoft Office PowerPoint</Application>
  <PresentationFormat>自訂</PresentationFormat>
  <Paragraphs>18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黃柏鈞</dc:creator>
  <cp:keywords/>
  <dc:description>generated using python-pptx</dc:description>
  <cp:lastModifiedBy>barkie</cp:lastModifiedBy>
  <cp:revision>6</cp:revision>
  <dcterms:created xsi:type="dcterms:W3CDTF">2013-01-27T09:14:16Z</dcterms:created>
  <dcterms:modified xsi:type="dcterms:W3CDTF">2026-07-19T05:38:31Z</dcterms:modified>
  <cp:category/>
</cp:coreProperties>
</file>